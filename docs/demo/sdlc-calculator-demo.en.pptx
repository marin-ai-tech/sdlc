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0.14.2,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(df7cf643b6a1)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df7cf643b6a1"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(b5150d6137dd)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5150d6137dd"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(b5150d6137dd)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basic-arithmetic:release:b5150d6137dd"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1e787adc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ec113afc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ec113afc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8c573d98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f31564de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b724cb74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openspec\changes\archive\2026-10-09-basic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0.14.2,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12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2026-10-09T15:00:00.078Z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sha256:b5150d6137dd8ae8058337fff0df61f546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d71b9d76ac9636700467f2bb73a9d6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0.14.2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2026-10-09T15:00:03.458Z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0.14.2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2026-10-09T15:00:09.402Z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0.14.2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"20261009T150055272Z-ci-green-9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777b2",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"58dea8abcf1e8b3b1eb9c2e4179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d9c0edffc7417",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2026-10-09T15:01:11Z</dcterms:created>
  <dcterms:modified xsi:type="dcterms:W3CDTF">2026-10-09T15:01:11Z</dcterms:modified>
</cp:coreProperties>
</file>