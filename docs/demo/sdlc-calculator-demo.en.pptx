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0.11.4,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72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(f27bc8d851ef)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f27bc8d851ef"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(dc583d37ba4d)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c583d37ba4d"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(dc583d37ba4d)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basic-arithmetic:release:dc583d37ba4d"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8a399908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44090c60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44090c60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6cf7633c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68179d3e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652eda92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0.11.4,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2 · plan 10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planned / actual: gate decisions 10;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approvals 10 / 7; reworks 1, takeovers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2026-10-08T15:42:51.485Z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sha256:dc583d37ba4d12493377d8b49dc850ce2f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7d19f26228cbfbaf8471d13189c61a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0.11.4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2026-10-08T15:42:54.486Z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0.11.4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2026-10-08T15:42:59.792Z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0.11.4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(1.2s)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"20261008T154345228Z-ci-green-a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a3050",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"cf6104e63c650f3e245f9cae890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705b07a451e0b",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417824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417824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83209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83209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60527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60527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31240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31240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019544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019544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81229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1229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8764016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764016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339072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339072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2026-10-08T15:44:02Z</dcterms:created>
  <dcterms:modified xsi:type="dcterms:W3CDTF">2026-10-08T15:44:02Z</dcterms:modified>
</cp:coreProperties>
</file>