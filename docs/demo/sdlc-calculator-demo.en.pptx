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0.16.0,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(246351ec8bec)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246351ec8bec"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(2d4e1179f87b)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d4e1179f87b"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(2d4e1179f87b)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basic-arithmetic:release:2d4e1179f87b"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2fc6af5f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20ad1c9c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20ad1c9c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dd6163e1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6c4ca7e5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3af4e9c1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openspec\changes\archive\2026-10-12-basic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0.16.0,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13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2026-10-12T11:44:46.776Z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sha256:2d4e1179f87b8d8cf46235dfb3677acf9c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126eaf2527028066f0df56a62e87ad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0.16.0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2026-10-12T11:44:49.694Z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0.16.0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2026-10-12T11:44:55.690Z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0.16.0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"20261012T114542613Z-ci-green-6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848f2",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"f9ea5b941e4556bfdc338cd5b2a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f1962d57b6b56",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2026-10-12T11:45:59Z</dcterms:created>
  <dcterms:modified xsi:type="dcterms:W3CDTF">2026-10-12T11:45:59Z</dcterms:modified>
</cp:coreProperties>
</file>