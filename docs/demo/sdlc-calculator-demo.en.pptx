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0.11.0,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67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93674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93674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40120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040120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16672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16672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intent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(794602e2105c)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(794602e2105c)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2b809052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2bef4479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2bef4479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8f916d32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ea758646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6514c2cc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openspec\changes\archive\2026-10-07-basic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0.11.0,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4 · spec 9 · plan 9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0.11.0;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43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2026-10-07T20:04:38.093Z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sha256:794602e2105c13b0465c4edcf3dd269ebf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3d7dc4ac9ee2d9aee4f1ea229023ec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0.11.0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2026-10-07T20:04:41.234Z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0.11.0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2026-10-07T20:04:45.854Z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0.11.0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0.6s)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"20261007T200527818Z-ci-green-a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b5c0d",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"0b6a530445076524df168fb2551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fa0504e5a1ac4",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67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032256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32256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67335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67335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6446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6446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54990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54990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455160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455160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42645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42645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397752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397752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435088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435088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38464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38464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7078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7078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61313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61313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560576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560576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33375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33375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040888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040888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81984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81984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521200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521200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582269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582269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6529832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6529832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897368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897368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8538464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8538464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24560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24560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95273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95273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79195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79195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098296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098296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1805432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1805432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219704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219704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3992880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3992880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4700016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4700016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8033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8033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444488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444488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019544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019544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2026-10-07T20:05:42Z</dcterms:created>
  <dcterms:modified xsi:type="dcterms:W3CDTF">2026-10-07T20:05:42Z</dcterms:modified>
</cp:coreProperties>
</file>