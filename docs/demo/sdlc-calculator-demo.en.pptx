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0.7.3,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(a229dad94f6b)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(a229dad94f6b)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6b282762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6b282762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60b4c38b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79c0bc5e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dd3496e0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2e59e352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0.7.3,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0.7.3;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2026-10-05T16:50:59.142Z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[sdlc 0.7.3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2026-10-05T16:51:04.017Z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0.7.3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2026-10-05T16:51:06.107Z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0.7.3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2026-10-05T16:51:11.426Z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78332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8332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68857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68857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2636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2636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23037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23037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93751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93751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578608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578608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94614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94614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58724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58724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29437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29437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001512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001512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84072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84072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613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613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825500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25500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896213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96213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9867392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9867392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37640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037640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45720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5720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116433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16433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2267712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67712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2842768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842768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2026-10-05T16:51:31Z</dcterms:created>
  <dcterms:modified xsi:type="dcterms:W3CDTF">2026-10-05T16:51:31Z</dcterms:modified>
</cp:coreProperties>
</file>