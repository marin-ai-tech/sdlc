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0.14.6,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(ca0a7835fb5a)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ca0a7835fb5a"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(2274a74f2a51)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274a74f2a51"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(2274a74f2a51)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basic-arithmetic:release:2274a74f2a51"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2590a7eb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d5691689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d5691689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db7936f0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ff47894c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125efdd7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openspec\changes\archive\2026-10-11-basic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0.14.6,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plan 11 · review 3; rework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2026-10-11T16:13:26.327Z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sha256:2274a74f2a51361ceedad8742901ba17c7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a9e041d0e702149896634b139fb1dc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0.14.6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2026-10-11T16:13:29.357Z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0.14.6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2026-10-11T16:13:34.852Z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0.14.6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"20261011T161417493Z-ci-green-2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bbb10",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"47aa7231182575c55eb588f0871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9e28535ed9910",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2026-10-11T16:14:32Z</dcterms:created>
  <dcterms:modified xsi:type="dcterms:W3CDTF">2026-10-11T16:14:32Z</dcterms:modified>
</cp:coreProperties>
</file>