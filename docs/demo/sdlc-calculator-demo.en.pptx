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0.16.1,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(246351ec8bec)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246351ec8bec"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(ef784b84d0bc)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f784b84d0bc"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(ef784b84d0bc)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basic-arithmetic:release:ef784b84d0bc"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b0f5e7fa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094d1d1a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094d1d1a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a1a76515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6ffa4b4f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608d2828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openspec\changes\archive\2026-10-12-basic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0.16.1,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11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1 · plan 14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2026-10-12T13:28:57.301Z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sha256:ef784b84d0bcd62dc8ae42dcd69860bc3b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8c634ea7cbdd278188e451e973e362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0.16.1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2026-10-12T13:29:00.443Z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0.16.1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2026-10-12T13:29:06.827Z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0.16.1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"20261012T132955659Z-ci-green-6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768a3",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"0052ccc6d9d5285b83afc4233e7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489b640a86e61",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2026-10-12T13:30:14Z</dcterms:created>
  <dcterms:modified xsi:type="dcterms:W3CDTF">2026-10-12T13:30:14Z</dcterms:modified>
</cp:coreProperties>
</file>