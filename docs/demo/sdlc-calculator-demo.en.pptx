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0.22.1,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(3f632e3f37b9)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3f632e3f37b9"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(990501383609)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90501383609"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(990501383609)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basic-arithmetic:release:990501383609"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0e4f2e14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fc28e19b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fc28e19b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acebc1d1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a3ee48e3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dfe8bfd7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openspec\changes\archive\2026-10-16-basic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0.22.1,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31 of 61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61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2026-10-16T10:44:15.433Z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sha256:990501383609b47bfb85bb3dea911af52c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fb8b71b4556739dcd68f393a6c023f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0.22.1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2026-10-16T10:44:18.600Z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0.22.1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2026-10-16T10:44:24.994Z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0.22.1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"20261016T104518290Z-ci-green-1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a40c4",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"27eabdd8b83dd62c5953e8f12c7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913aa80a04eff",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127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90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296416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296416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5979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5979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305048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305048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67258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67258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945376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945376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982712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982712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9416288" y="548640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416288" y="548640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10387584" y="548640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387584" y="548640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457200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457200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626616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626616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2531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2531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569208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3569208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606544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4606544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908040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908040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7077456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7077456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submit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8180832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8180832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reopen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9284208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9284208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991344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991344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698480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698480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2026-10-16T10:45:47Z</dcterms:created>
  <dcterms:modified xsi:type="dcterms:W3CDTF">2026-10-16T10:45:47Z</dcterms:modified>
</cp:coreProperties>
</file>