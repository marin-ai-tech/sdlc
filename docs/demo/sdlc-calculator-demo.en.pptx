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0.8.0,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61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99024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99024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344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344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7557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7557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intent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(6839dde7b6d0)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(6839dde7b6d0)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7ccff08e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371e403b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371e403b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ed4cdd83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23117b69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71b79561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openspec\changes\archive\2026-10-05-basic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0.8.0,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2 · spec 7 · plan 8 · review 2;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0.8.0;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43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2026-10-05T20:31:10.507Z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sha256:6839dde7b6d0d2b59ae640509bcfdb2d9c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c6ee7489b5dcb865f1ed7bc402216b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0.8.0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2026-10-05T20:31:12.907Z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0.8.0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2026-10-05T20:31:16.013Z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0.8.0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55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7784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1141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1141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8752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8752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5212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5212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255504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255504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62661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62661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2999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72999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83336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83336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93674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93674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842000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842000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13296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13296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8506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506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954008" y="409651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954008" y="409651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25550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25550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69265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69265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26771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26771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97484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97484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88010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88010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38912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38912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492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92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52983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52983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236968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236968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7812024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812024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8783320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83320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68857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68857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02636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2636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23037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23037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193751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93751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2578608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2578608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3417824" y="4791456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3417824" y="4791456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4719320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719320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426456" y="4791456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426456" y="4791456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679399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79399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435088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435088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8142224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142224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8849360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849360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9688576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9688576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46175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46175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11102848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11102848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45720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5720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1362456" y="51389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1362456" y="51389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187147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187147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264464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64464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3351784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3351784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44551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44551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5096256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5096256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5671312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5671312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2026-10-05T20:31:44Z</dcterms:created>
  <dcterms:modified xsi:type="dcterms:W3CDTF">2026-10-05T20:31:44Z</dcterms:modified>
</cp:coreProperties>
</file>