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0.23.7,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(399e11488c29)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399e11488c29"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(0.9s)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roles: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(2acc7d469d49)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acc7d469d49"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(2acc7d469d49)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basic-arithmetic:release:2acc7d469d49"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49c7dc35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10dc23b1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10dc23b1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b8fea448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7e5227ed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f5d961d2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openspec\changes\archive\2026-10-18-basic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0.23.7,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log events: 33 of 65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4 · plan 17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65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2026-10-19T02:06:56.015Z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sha256:2acc7d469d49aff5749151d7235f4e6b62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a0ec60c31a0d099cb5ee5b97477490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0.23.7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2026-10-19T02:06:59.086Z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0.23.7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2026-10-19T02:07:06.409Z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0.23.7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"20261019T020803519Z-ci-green-0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b1840",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"e00c0a68ae2556bb02ac241720b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12ec12baf2f15",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96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propose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33752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3752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show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7108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7108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apply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74464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74464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dismiss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70992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70992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4725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4725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5251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5251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821928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21928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951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5951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5003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5003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362456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62456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333752" y="4096512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33752" y="4096512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134864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34864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17220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7220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27557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27557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37895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37895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482328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482328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65174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65174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link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56057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56057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66395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6395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767328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67328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002784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02784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0804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0804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87933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7933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91667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1667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902004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02004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32154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32154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457200" y="4791456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57200" y="4791456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69265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69265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6771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226771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97484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97484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3880104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3880104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4389120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389120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549249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9249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652983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52983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723696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23696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8010144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8010144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58520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58520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22629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22629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197592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197592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362456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362456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267712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267712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239008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239008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4210304" y="51389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4210304" y="51389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524764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524764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35101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35101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58647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58647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75588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75588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92530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92530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1083056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1083056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4572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72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56057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56057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233375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233375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3040888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3040888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68198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68198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38912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38912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030216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030216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5869432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5869432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1709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1709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7878064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7878064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924560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924560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9886696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9886696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457200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457200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1494536" y="583387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1494536" y="583387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2928112" y="583387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2928112" y="583387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3899408" y="583387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3899408" y="583387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513486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13486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auction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630428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630428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bid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7209536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7209536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award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8246872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8246872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284208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284208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1058570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1058570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2026-10-19T02:08:39Z</dcterms:created>
  <dcterms:modified xsi:type="dcterms:W3CDTF">2026-10-19T02:08:39Z</dcterms:modified>
</cp:coreProperties>
</file>