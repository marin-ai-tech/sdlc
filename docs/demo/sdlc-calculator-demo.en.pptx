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0.11.1,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67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674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674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40120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40120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16672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16672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(fda718d788b8)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(fda718d788b8)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16180068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83fc80dd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83fc80dd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3782ae14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c11195b6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2f8830ef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0.11.1,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8 · plan 9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0.11.1;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2026-10-08T06:37:08.475Z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sha256:fda718d788b83c13e8184a62fb1b24b1b5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e3a2a7fc69809bc3e958dd14af3986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0.11.1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2026-10-08T06:37:11.297Z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0.11.1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2026-10-08T06:37:15.533Z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0.11.1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"20261008T063753150Z-ci-green-1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9bd91",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"91532c7ef2228edea69b5a326c3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7e6f8195304f5",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32256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32256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67335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67335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6446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6446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45516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45516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42645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42645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397752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397752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43508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43508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38464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38464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7078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7078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61313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61313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33375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33375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04088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04088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81984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81984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521200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521200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58226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8226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6529832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529832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89736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89736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853846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53846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2456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2456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95273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95273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7919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7919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98296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98296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805432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805432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219704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219704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992880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992880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700016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700016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8033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8033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444488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444488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01954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01954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2026-10-08T06:38:06Z</dcterms:created>
  <dcterms:modified xsi:type="dcterms:W3CDTF">2026-10-08T06:38:06Z</dcterms:modified>
</cp:coreProperties>
</file>