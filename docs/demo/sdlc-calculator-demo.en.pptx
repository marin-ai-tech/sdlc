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0.20.1,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(5ab417be3f87)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ab417be3f87"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(5ab417be3f87)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basic-arithmetic:release:5ab417be3f87"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7fe457dd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d653583b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d653583b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e8d625cd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6b7cb787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f0877292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0.20.1,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47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2026-10-13T18:27:35.445Z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sha256:5ab417be3f87eb6876366c042b2b2487b7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d6372c58e8c4fed9e00d32419bc60f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0.20.1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2026-10-13T18:27:38.626Z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0.20.1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2026-10-13T18:27:45.529Z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0.20.1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"20261013T182840359Z-ci-green-0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64f21",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"75913b7a3c2de306871d4186787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45c1d232898b0",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351016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351016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78459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78459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4917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4917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19886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19886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1003808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03808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081125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81125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5720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5720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136245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36245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206959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206959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974848" y="5833872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2974848" y="5833872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483864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3483864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425704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25704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496417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96417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6713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56713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6774688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6774688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415784" y="583387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415784" y="583387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799084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799084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2026-10-13T18:29:10Z</dcterms:created>
  <dcterms:modified xsi:type="dcterms:W3CDTF">2026-10-13T18:29:10Z</dcterms:modified>
</cp:coreProperties>
</file>