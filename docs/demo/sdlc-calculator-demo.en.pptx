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0.6.2,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files: 55 created, 0 updated,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—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—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—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0592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720592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99024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99024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6344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344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4515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64515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7485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7485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519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19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A product-owner must review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approve the intent gate (intent):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approve intent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--as product-owner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 decision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cannot run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a terminal outside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agent.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 product-owner;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 (adecb64c45af)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 (proposal.md)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the spec gate. (/sdlc:spec)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(e3f139969d53)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A code owner must read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review.md and the diff, then approve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gate: sdlc approve review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(e3f139969d53)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A code owner must read review.md and the diff, then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gate: sdlc approve review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354195f9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354195f9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unsigned dbfb32e7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ee2db926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f170ef93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valid c378982e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openspec\changes\archive\2026-10-04-basic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0.6.2,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recorded with sdlc 0.6.2; licenses: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31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2026-10-04T17:18:11.516Z  deferred.added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Bob Turner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&lt;bob@calc.example&gt; - D1 Division by zero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shows an error [sdlc 0.6.2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2026-10-04T17:18:16.679Z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0.6.2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2026-10-04T17:18:19.234Z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0.6.2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2026-10-04T17:18:24.931Z  change.archived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48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494536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494536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399792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399792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69208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69208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936744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936744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974080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74080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077456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077456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180832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180832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350248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350248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0453624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453624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720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560576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560576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465832" y="409651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465832" y="409651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37128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437128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474464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474464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577840" y="4096512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577840" y="4096512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87933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87933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982712" y="4096512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982712" y="4096512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9218168" y="4096512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9218168" y="4096512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9793224" y="4096512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793224" y="4096512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10500360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10500360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57200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57200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966216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966216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069592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069592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3106928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106928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3814064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814064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4389120" y="4443984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4389120" y="4443984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5360416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360416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6265672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265672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840728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6840728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7944104" y="4443984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7944104" y="4443984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8717280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17280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9424416" y="4443984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9424416" y="4443984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10065512" y="4443984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0065512" y="4443984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57200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457200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1098296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1098296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1805432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1805432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2512568" y="4791456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2512568" y="4791456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3351784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3351784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4124960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4124960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4766056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4766056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5473192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5473192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6378448" y="4791456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6378448" y="4791456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6887464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6887464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7660640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7660640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8367776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8367776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9471152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9471152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10046208" y="4791456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10046208" y="4791456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2026-10-04T17:18:45Z</dcterms:created>
  <dcterms:modified xsi:type="dcterms:W3CDTF">2026-10-04T17:18:45Z</dcterms:modified>
</cp:coreProperties>
</file>