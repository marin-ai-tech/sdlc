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0.23.6,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(26a7c377f3c8)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6a7c377f3c8"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(26a7c377f3c8)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basic-arithmetic:release:26a7c377f3c8"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e78dbba3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ed5a4b9f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ed5a4b9f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5379c75a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09355dfe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52876c45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0.23.6,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2026-10-18T21:26:39.897Z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sha256:26a7c377f3c870d9f1d2cf1af64fc6efb2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5cd5f8430d9e59ec51c4dd7b5a9ea2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2026-10-18T21:26:43.120Z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2026-10-18T21:26:50.211Z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0.23.6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"20261018T212749913Z-ci-green-5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4c479",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"f6580cf0e863a96fee8bffb52e3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58c6cfa48431b",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2026-10-18T21:28:28Z</dcterms:created>
  <dcterms:modified xsi:type="dcterms:W3CDTF">2026-10-18T21:28:28Z</dcterms:modified>
</cp:coreProperties>
</file>