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0.13.1,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(f27bc8d851ef)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f27bc8d851ef"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(0e1f099045b8)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e1f099045b8"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(0e1f099045b8)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basic-arithmetic:release:0e1f099045b8"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cfb73c63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bb4a18dc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bb4a18dc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5d27bce0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0ccb2085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267e0793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0.13.1,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2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2026-10-09T05:56:16.077Z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sha256:0e1f099045b84ebdb864864f068bd06dfa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abcd3d9bc533080a14cc9b465a281a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0.13.1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2026-10-09T05:56:18.902Z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0.13.1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2026-10-09T05:56:24.322Z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0.13.1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"20261009T055704551Z-ci-green-7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9856f",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"c6f8a841edea1fbba4dc3db098c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cc2b484c9a2f3",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2026-10-09T05:57:18Z</dcterms:created>
  <dcterms:modified xsi:type="dcterms:W3CDTF">2026-10-09T05:57:18Z</dcterms:modified>
</cp:coreProperties>
</file>