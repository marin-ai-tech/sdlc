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0.12.0,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(f27bc8d851ef)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f27bc8d851ef"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(015cf69a73e1)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15cf69a73e1"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(015cf69a73e1)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basic-arithmetic:release:015cf69a73e1"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8cfdef5c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5891a520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5891a520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07a01500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4b9f8a00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a53165de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0.12.0,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11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2026-10-08T18:05:20.873Z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sha256:015cf69a73e188c763cff17b8a014f4818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b9d1376d24e5184ebf2225a7e3facc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0.12.0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2026-10-08T18:05:23.694Z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0.12.0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2026-10-08T18:05:29.269Z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0.12.0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"20261008T180609887Z-ci-green-6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70cfe",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"87d968ae0c990e15c352fd2bf1a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bd52742b741f0",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2026-10-08T18:06:24Z</dcterms:created>
  <dcterms:modified xsi:type="dcterms:W3CDTF">2026-10-08T18:06:24Z</dcterms:modified>
</cp:coreProperties>
</file>