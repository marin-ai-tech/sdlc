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0.21.1,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(308be1b4f21d)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308be1b4f21d"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(6c914d1d9eb7)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c914d1d9eb7"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(6c914d1d9eb7)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basic-arithmetic:release:6c914d1d9eb7"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4129aa86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c8de7833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c8de7833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3bffe27b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f1bbfdef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1ce051cb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openspec\changes\archive\2026-10-14-basic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0.21.1,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3 · plan 18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58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2026-10-14T20:18:24.238Z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sha256:6c914d1d9eb78e477dde5ae396dfb67010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d7985d68d5d091a42889b2b979e686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0.21.1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2026-10-14T20:18:27.607Z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0.21.1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2026-10-14T20:18:34.743Z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0.21.1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"20261014T201934378Z-ci-green-7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7a21f",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"acb81fcd99955f97414e0c9808e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9305aa686a625",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87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945376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945376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982712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982712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9416288" y="548640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416288" y="548640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0387584" y="548640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387584" y="548640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494536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494536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2796032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2796032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965448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3965448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submit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5068824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5068824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reopen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617220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617220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87933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87933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586472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586472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425688" y="5833872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425688" y="5833872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198864" y="5833872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198864" y="5833872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983996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83996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1074521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1074521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2026-10-14T20:20:06Z</dcterms:created>
  <dcterms:modified xsi:type="dcterms:W3CDTF">2026-10-14T20:20:06Z</dcterms:modified>
</cp:coreProperties>
</file>