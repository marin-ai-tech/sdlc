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0.20.0,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(2.2s)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(3d6ac2e55b7f)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d6ac2e55b7f"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(3d6ac2e55b7f)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basic-arithmetic:release:3d6ac2e55b7f"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41c6aa1c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168e88e7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168e88e7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c6ddcb02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909490ea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68932692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0.20.0,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47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2026-10-13T16:48:05.251Z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sha256:3d6ac2e55b7fa3a198a9816633bd881d47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7ca917251a375d5c8c848e9ad14518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2026-10-13T16:48:08.386Z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2026-10-13T16:48:15.066Z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0.20.0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"20261013T164910740Z-ci-green-e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1d607",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"bb445e41c829a11fdf3f991ce99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77e06b7879c35",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351016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351016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78459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78459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4917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4917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19886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19886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1003808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03808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081125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81125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5720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5720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136245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36245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206959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206959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974848" y="5833872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2974848" y="5833872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483864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3483864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425704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25704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496417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96417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6713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56713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6774688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6774688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415784" y="583387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415784" y="583387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799084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799084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2026-10-13T16:49:40Z</dcterms:created>
  <dcterms:modified xsi:type="dcterms:W3CDTF">2026-10-13T16:49:40Z</dcterms:modified>
</cp:coreProperties>
</file>