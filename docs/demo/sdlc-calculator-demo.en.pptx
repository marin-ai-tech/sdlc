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0.14.1,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(df7cf643b6a1)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df7cf643b6a1"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(4344ec8e9412)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344ec8e9412"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--change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(4344ec8e9412)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basic-arithmetic:release:4344ec8e9412"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Carol Hughes (code-owner) must read review.md and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diff, then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2ca9c9ea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62a342b3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62a342b3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3bc25613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15001de1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0166ab36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openspec\changes\archive\2026-10-09-basic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0.14.1,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plan 11 · review 3; rework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44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2026-10-09T13:49:37.473Z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sha256:4344ec8e9412e6d81a6e67181ed17789f3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43509bddbffd59407e4021b607ee52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0.14.1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2026-10-09T13:49:40.949Z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0.14.1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2026-10-09T13:49:47.957Z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0.14.1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"20261009T135033553Z-ci-green-0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89eef",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"45b70ca257d53f9e59a5b447da6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b3fd870493732",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2026-10-09T13:50:48Z</dcterms:created>
  <dcterms:modified xsi:type="dcterms:W3CDTF">2026-10-09T13:50:48Z</dcterms:modified>
</cp:coreProperties>
</file>