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answer 1 --change basic-arithmetic --text No: the receipt shows the total only — Alice answers the open question of the intent herself: the agent cannot.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
sdlc team accept tester — What a role says is a person's decision: refused for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decision is offered over MCP. The registry lives in openspec/sdlc.yaml with secrets as ${VAR} references; the hook allows each server only at its stages. Chapter 10 of the docs has the user cases.
sdlc mcp check — The team's MCP servers: reachable, tools listed, file writers flagged.
sdlc verify --change fix-rounding — Bob verifies himself: the CLI calls the CI server over MCP and keeps the result for the agent.
sdlc inbox list --json — The agent finds the result in its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0.23.0,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git hook .git/hooks/prepare-commit-msg: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27728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27728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02784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02784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438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6438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47256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47256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623808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23808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intent (intent.md)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intent gate.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2709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decision and cannot run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own terminal, not in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shell): sdlc approve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4418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81578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81578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81578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81578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product-owner; ask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44418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1636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68796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68796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0153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68796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answer 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--text No…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68796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to question 1 of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intent.md recorded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231636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answers the open question of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intent herself: the agent cannot.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18854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56014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56014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56014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256014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as product-owner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(b6d7eb14bb6b)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 ties the commit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-arithmetic):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gate" -m "SDLC-Approv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al: basic-arithmetic:intent: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b6d7eb14bb6b"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118854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72059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2059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493768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493768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 roles: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(e6ae90721f15)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commit to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gate" -m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"SDLC-Approval: basic-arithmetic:review:e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6ae90721f15"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 the change to merge its delta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 into openspec/specs/.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(/sdlc:archive)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(e6ae90721f15)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 the commit to this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 approve the release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gate" -m "SDLC-Approval: basic-arithmetic:release:e6ae90721f15"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 archive the change to merge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its delta specs into openspec/specs/. (/sdlc:archive)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718a76ed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07d07c3d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07d07c3d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206d8b9e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0ef43b5c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bootstrap c3169312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45536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145536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openspec\changes\archive\2026-10-17-basic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231636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341364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643116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643116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831836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team accept tester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643116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team accept` records a human decision and cannot run inside an 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0.23.0,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 (+0 by policy)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commits: 0 of 13 (SDLC-Agent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log events: 33 of 65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3 · spec 4 · plan 17 · review 3;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rework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65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2026-10-17T12:05:52.719Z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sha256:e6ae90721f1568fc9534a6ac07557f1f70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25fa920d7654a7a7356febf480dede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0.23.0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2026-10-17T12:05:55.671Z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0.23.0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2026-10-17T12:06:02.095Z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0.23.0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init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AI systems, over MCP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systems read the process over MCP; sdlc calls their servers itself. CI status becomes gate evidence, and results wait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inbox.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mcp check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github (stdio): available, 3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list_issues, add_issue_comment,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update_issue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pipeline_status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kb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search_docs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MCP servers: reachable, tools listed,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writers flagged.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fix-rounding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ci-green (ci/pipeline_status, 0.7s)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openspec\changes\fix-rounding\verificatio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ci-green: ci/pipeline_status (MCP)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verifies himself: the CLI calls the CI server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MCP and keeps the result for the 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inbox list --json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"20261017T120700861Z-ci-green-8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6278b",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"change": "fix-rounding",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"check": "ci-green",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"server": "ci",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"tool": "pipeline_status",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"ok":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"result":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"status": "success",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"ref": "a8d15a6aac9869e504b3773bc7e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9ad692d73c039",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"token": "absent"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result in its inbox.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1157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1157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52288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2288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summary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87744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587744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intake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5716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5716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66241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66241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pull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136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96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propose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333752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333752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show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371088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371088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apply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474464" y="3749040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474464" y="3749040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dismiss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709920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709920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747256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747256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652512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652512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821928" y="374904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821928" y="374904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init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595104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595104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sync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500360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500360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accept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7200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list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362456" y="409651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362456" y="409651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check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333752" y="4096512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333752" y="4096512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701288" y="4096512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701288" y="4096512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134864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134864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17220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17220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27557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27557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837895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37895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482328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482328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10651744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10651744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link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57200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57200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1560576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560576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663952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663952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3767328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767328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import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5002784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002784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5908040" y="4443984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908040" y="4443984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6879336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6879336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7916672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916672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9020048" y="4443984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020048" y="4443984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10321544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10321544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457200" y="4791456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457200" y="4791456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1692656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1692656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2267712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2267712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2974848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2974848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3880104" y="4791456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3880104" y="4791456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4389120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4389120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5492496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5492496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6529832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6529832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7236968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7236968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8010144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8010144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8585200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585200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9226296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9226296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10197592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197592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pull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457200" y="51389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57200" y="51389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1362456" y="51389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362456" y="51389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check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2267712" y="51389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2267712" y="51389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list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3239008" y="51389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3239008" y="51389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4210304" y="51389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4210304" y="51389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5247640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5247640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6351016" y="51389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6351016" y="51389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summary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7586472" y="51389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7586472" y="51389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intake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8755888" y="51389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8755888" y="51389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9925304" y="51389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9925304" y="51389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10830560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10830560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457200" y="548640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457200" y="548640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1560576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1560576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2333752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2333752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3040888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3040888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3681984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3681984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4389120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4389120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5030216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5030216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5869432" y="5486400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5869432" y="5486400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7170928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7170928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7878064" y="548640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7878064" y="548640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146" name="Shape 144"/>
          <p:cNvSpPr/>
          <p:nvPr/>
        </p:nvSpPr>
        <p:spPr>
          <a:xfrm>
            <a:off x="9245600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9245600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48" name="Shape 146"/>
          <p:cNvSpPr/>
          <p:nvPr/>
        </p:nvSpPr>
        <p:spPr>
          <a:xfrm>
            <a:off x="9886696" y="5486400"/>
            <a:ext cx="15402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9886696" y="5486400"/>
            <a:ext cx="1540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executors token</a:t>
            </a:r>
            <a:endParaRPr lang="en-US" sz="1000" dirty="0"/>
          </a:p>
        </p:txBody>
      </p:sp>
      <p:sp>
        <p:nvSpPr>
          <p:cNvPr id="150" name="Shape 148"/>
          <p:cNvSpPr/>
          <p:nvPr/>
        </p:nvSpPr>
        <p:spPr>
          <a:xfrm>
            <a:off x="457200" y="583387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457200" y="583387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export</a:t>
            </a:r>
            <a:endParaRPr lang="en-US" sz="1000" dirty="0"/>
          </a:p>
        </p:txBody>
      </p:sp>
      <p:sp>
        <p:nvSpPr>
          <p:cNvPr id="152" name="Shape 150"/>
          <p:cNvSpPr/>
          <p:nvPr/>
        </p:nvSpPr>
        <p:spPr>
          <a:xfrm>
            <a:off x="1494536" y="5833872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1494536" y="5833872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check-result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2928112" y="583387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5" name="Text 153"/>
          <p:cNvSpPr txBox="1"/>
          <p:nvPr/>
        </p:nvSpPr>
        <p:spPr>
          <a:xfrm>
            <a:off x="2928112" y="583387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list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3899408" y="5833872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7" name="Text 155"/>
          <p:cNvSpPr txBox="1"/>
          <p:nvPr/>
        </p:nvSpPr>
        <p:spPr>
          <a:xfrm>
            <a:off x="3899408" y="5833872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dispatch</a:t>
            </a:r>
            <a:endParaRPr lang="en-US" sz="1000" dirty="0"/>
          </a:p>
        </p:txBody>
      </p:sp>
      <p:sp>
        <p:nvSpPr>
          <p:cNvPr id="158" name="Shape 156"/>
          <p:cNvSpPr/>
          <p:nvPr/>
        </p:nvSpPr>
        <p:spPr>
          <a:xfrm>
            <a:off x="5134864" y="583387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5134864" y="583387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auction</a:t>
            </a:r>
            <a:endParaRPr lang="en-US" sz="1000" dirty="0"/>
          </a:p>
        </p:txBody>
      </p:sp>
      <p:sp>
        <p:nvSpPr>
          <p:cNvPr id="160" name="Shape 158"/>
          <p:cNvSpPr/>
          <p:nvPr/>
        </p:nvSpPr>
        <p:spPr>
          <a:xfrm>
            <a:off x="6304280" y="583387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1" name="Text 159"/>
          <p:cNvSpPr txBox="1"/>
          <p:nvPr/>
        </p:nvSpPr>
        <p:spPr>
          <a:xfrm>
            <a:off x="6304280" y="583387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bid</a:t>
            </a:r>
            <a:endParaRPr lang="en-US" sz="1000" dirty="0"/>
          </a:p>
        </p:txBody>
      </p:sp>
      <p:sp>
        <p:nvSpPr>
          <p:cNvPr id="162" name="Shape 160"/>
          <p:cNvSpPr/>
          <p:nvPr/>
        </p:nvSpPr>
        <p:spPr>
          <a:xfrm>
            <a:off x="7209536" y="583387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3" name="Text 161"/>
          <p:cNvSpPr txBox="1"/>
          <p:nvPr/>
        </p:nvSpPr>
        <p:spPr>
          <a:xfrm>
            <a:off x="7209536" y="583387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award</a:t>
            </a:r>
            <a:endParaRPr lang="en-US" sz="1000" dirty="0"/>
          </a:p>
        </p:txBody>
      </p:sp>
      <p:sp>
        <p:nvSpPr>
          <p:cNvPr id="164" name="Shape 162"/>
          <p:cNvSpPr/>
          <p:nvPr/>
        </p:nvSpPr>
        <p:spPr>
          <a:xfrm>
            <a:off x="8246872" y="583387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5" name="Text 163"/>
          <p:cNvSpPr txBox="1"/>
          <p:nvPr/>
        </p:nvSpPr>
        <p:spPr>
          <a:xfrm>
            <a:off x="8246872" y="583387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claim</a:t>
            </a:r>
            <a:endParaRPr lang="en-US" sz="1000" dirty="0"/>
          </a:p>
        </p:txBody>
      </p:sp>
      <p:sp>
        <p:nvSpPr>
          <p:cNvPr id="166" name="Shape 164"/>
          <p:cNvSpPr/>
          <p:nvPr/>
        </p:nvSpPr>
        <p:spPr>
          <a:xfrm>
            <a:off x="9284208" y="5833872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7" name="Text 165"/>
          <p:cNvSpPr txBox="1"/>
          <p:nvPr/>
        </p:nvSpPr>
        <p:spPr>
          <a:xfrm>
            <a:off x="9284208" y="5833872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heartbeat</a:t>
            </a:r>
            <a:endParaRPr lang="en-US" sz="1000" dirty="0"/>
          </a:p>
        </p:txBody>
      </p:sp>
      <p:sp>
        <p:nvSpPr>
          <p:cNvPr id="168" name="Shape 166"/>
          <p:cNvSpPr/>
          <p:nvPr/>
        </p:nvSpPr>
        <p:spPr>
          <a:xfrm>
            <a:off x="10585704" y="583387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9" name="Text 167"/>
          <p:cNvSpPr txBox="1"/>
          <p:nvPr/>
        </p:nvSpPr>
        <p:spPr>
          <a:xfrm>
            <a:off x="10585704" y="583387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release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2026-10-17T12:07:37Z</dcterms:created>
  <dcterms:modified xsi:type="dcterms:W3CDTF">2026-10-17T12:07:37Z</dcterms:modified>
</cp:coreProperties>
</file>