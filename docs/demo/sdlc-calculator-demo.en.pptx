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0.14.4,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(df7cf643b6a1)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df7cf643b6a1"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(7f64adb98975)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f64adb98975"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(7f64adb98975)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basic-arithmetic:release:7f64adb98975"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ce9d8230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425f0638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425f0638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eebf83f3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490bb26b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8f5a9e39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openspec\changes\archive\2026-10-09-basic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0.14.4,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2026-10-09T19:44:19.499Z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sha256:7f64adb98975582b9196364477c348c9fd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a808eec3db9d899da48a469abb01d7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2026-10-09T19:44:22.589Z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2026-10-09T19:44:28.712Z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"20261009T194511481Z-ci-green-e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2d8c0",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"89d37e0a3465b9f5c72ebd0e377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edd835a2c2f8d",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2026-10-09T19:45:27Z</dcterms:created>
  <dcterms:modified xsi:type="dcterms:W3CDTF">2026-10-09T19:45:27Z</dcterms:modified>
</cp:coreProperties>
</file>