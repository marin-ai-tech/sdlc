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0.8.2,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61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(2aedf7802f5b)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(2aedf7802f5b)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17e3aa0e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fae7f89c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fae7f89c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1328e601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7f1f5d77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c2855f48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openspec\changes\archive\2026-10-06-basic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0.8.2,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2 · spec 8 · plan 7 · review 2;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0.8.2;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2026-10-06T17:22:56.195Z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sha256:2aedf7802f5b11661377b3e5b60d79e70a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5af3baf498493332918fe82795e330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0.8.2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2026-10-06T17:22:58.519Z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0.8.2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2026-10-06T17:23:01.542Z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0.8.2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55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1141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1141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8752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8752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5212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212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25550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25550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62661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62661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2999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2999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83336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3336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93674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674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842000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842000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13296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13296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8506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506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954008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4008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25550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25550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69265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69265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26771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26771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97484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97484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8010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8010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38912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38912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492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92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52983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52983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236968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36968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812024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812024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783320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83320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68857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68857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02636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2636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23037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23037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93751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93751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57860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57860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417824" y="4791456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417824" y="4791456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71932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71932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426456" y="4791456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26456" y="4791456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79399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79399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435088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435088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8142224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142224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8849360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849360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9688576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9688576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46175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46175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1102848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11102848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1362456" y="51389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362456" y="51389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187147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87147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264464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4464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3351784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3351784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44551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44551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5096256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5096256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5671312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5671312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2026-10-06T17:23:30Z</dcterms:created>
  <dcterms:modified xsi:type="dcterms:W3CDTF">2026-10-06T17:23:30Z</dcterms:modified>
</cp:coreProperties>
</file>