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0.7.2,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(85e76c97d625)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(85e76c97d625)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adbf5d87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adbf5d87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0d7032b7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126b5c9f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65b45c43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b3da9c0c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0.7.2,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0.7.2;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2026-10-05T12:39:34.297Z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0.7.2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2026-10-05T12:39:38.980Z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0.7.2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2026-10-05T12:39:41.022Z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0.7.2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2026-10-05T12:39:46.317Z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26363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26363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230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230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93751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93751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78608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578608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94614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94614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58724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58724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294376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294376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001512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001512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84072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84072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613904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613904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25500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25500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896213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96213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9867392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9867392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7640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1037640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572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572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16433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16433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2267712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67712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842768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842768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2026-10-05T12:40:07Z</dcterms:created>
  <dcterms:modified xsi:type="dcterms:W3CDTF">2026-10-05T12:40:07Z</dcterms:modified>
</cp:coreProperties>
</file>