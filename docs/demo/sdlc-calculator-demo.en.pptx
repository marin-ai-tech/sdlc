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0.22.0,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(2844213e9554)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2844213e9554"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(4d278be092f3)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d278be092f3"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(4d278be092f3)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basic-arithmetic:release:4d278be092f3"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86dd9ebe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7acb4b39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7acb4b39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ee117e4c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ecb36c66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6adc60f8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openspec\changes\archive\2026-10-15-basic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0.22.0,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log events: 31 of 61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3 · plan 16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61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2026-10-16T01:45:11.492Z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sha256:4d278be092f300aa70e2c69198d892919f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24ca5e8bc7551724bba84b57c23af2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0.22.0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2026-10-16T01:45:14.626Z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0.22.0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2026-10-16T01:45:21.015Z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0.22.0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"20261016T014615137Z-ci-green-2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1efff",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"0e39097036f5c9332487f564dfe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32c7552c57b79",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127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90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83480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8873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8873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2607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2607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31328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31328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80262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0262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17016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7016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84208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84208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51966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51966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428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428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46583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46583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56920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56920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870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870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7408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7408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20953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20953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78459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78459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49172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49172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939698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39698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9060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9060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49453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49453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201672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201672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974848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974848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549904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549904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19100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19100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162296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162296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5672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265672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076184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076184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04748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04748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01877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1877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56057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56057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79603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79603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96544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96544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513486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513486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604012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04012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61517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61517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71855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71855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49172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49172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19886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19886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83996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83996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10547096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10547096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1296416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1296416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259791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259791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305048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305048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672584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672584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313680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313680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6945376" y="548640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6945376" y="548640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982712" y="548640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982712" y="548640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9416288" y="548640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416288" y="548640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10387584" y="548640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10387584" y="548640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457200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457200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auction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1626616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1626616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bid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2531872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2531872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award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3569208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3569208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4606544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4606544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5908040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5908040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7077456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7077456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submit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8180832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8180832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reopen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9284208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9284208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9991344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9991344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10698480" y="5833872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10698480" y="5833872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2026-10-16T01:46:44Z</dcterms:created>
  <dcterms:modified xsi:type="dcterms:W3CDTF">2026-10-16T01:46:44Z</dcterms:modified>
</cp:coreProperties>
</file>