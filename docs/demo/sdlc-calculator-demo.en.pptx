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0.23.5,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(399e11488c29)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399e11488c29"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(bccd305cafc5)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ccd305cafc5"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(bccd305cafc5)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basic-arithmetic:release:bccd305cafc5"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442a8a44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1dc667d7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1dc667d7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919fd04f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73031a73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1a0e1f22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0.23.5,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2026-10-18T16:59:06.073Z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sha256:bccd305cafc5d05c4aacd90063e1e6496f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57806e25d0ff2f6c880d540e304f80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0.23.5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2026-10-18T16:59:09.425Z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0.23.5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2026-10-18T16:59:15.899Z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0.23.5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"20261018T170013887Z-ci-green-d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b57a1",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"128fc4a4b717c69392aad6930f1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9f358ceac95ce",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2026-10-18T17:00:51Z</dcterms:created>
  <dcterms:modified xsi:type="dcterms:W3CDTF">2026-10-18T17:00:51Z</dcterms:modified>
</cp:coreProperties>
</file>