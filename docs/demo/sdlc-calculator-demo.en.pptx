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0.23.3,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intent (intent.md)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intent gate.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(399e11488c29)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399e11488c29"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93768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93768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(0.9s)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roles: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(659b84ac1051)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59b84ac1051"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(659b84ac1051)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basic-arithmetic:release:659b84ac1051"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6d23bcc8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a37f8050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a37f8050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13f0fca7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4a5d05fb trailer: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bootstrap cc9dd892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openspec\changes\archive\2026-10-18-basic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review.md belongs at openspec/changes/fix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-rounding/review.md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again.; review.md belongs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openspec/changes/voice-input/review.md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0.23.3,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0 of 13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log events: 33 of 65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4 · plan 16 · review 3;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65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2026-10-18T10:02:12.747Z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sha256:659b84ac1051b4d6c45682c053da8bbf09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c74ff9a410578d0fefacf6c89cba62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0.23.3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2026-10-18T10:02:15.829Z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0.23.3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2026-10-18T10:02:22.085Z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0.23.3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github (stdio): available, 3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list_issues, add_issue_comment,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update_issue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kb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search_docs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(1.0s)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"20261018T100323658Z-ci-green-f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b676c",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"7417fd068c650602e321b2c67f6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252f9a12ddfd1",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587744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7744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5716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75716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66241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66241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136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96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propose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33752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33752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show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71088" y="374904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71088" y="374904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apply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474464" y="3749040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74464" y="3749040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dismiss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70992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70992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74725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4725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52512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52512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821928" y="374904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21928" y="374904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init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5951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5951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5003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5003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7200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362456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362456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333752" y="4096512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333752" y="4096512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01288" y="4096512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701288" y="4096512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134864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134864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17220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7220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27557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27557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37895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37895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9482328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482328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10651744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10651744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link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57200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57200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56057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56057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66395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266395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767328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3767328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import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002784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002784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5908040" y="4443984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5908040" y="4443984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6879336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6879336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7916672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16672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9020048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020048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32154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32154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457200" y="4791456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57200" y="4791456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169265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69265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226771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226771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974848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2974848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3880104" y="4791456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3880104" y="4791456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4389120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4389120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5492496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5492496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6529832" y="4791456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529832" y="4791456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7236968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236968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8010144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8010144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585200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585200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22629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22629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197592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197592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pull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362456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362456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267712" y="51389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267712" y="51389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3239008" y="51389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3239008" y="51389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4210304" y="51389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4210304" y="51389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5247640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5247640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6351016" y="51389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6351016" y="51389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summary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586472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7586472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intake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8755888" y="51389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8755888" y="51389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9925304" y="51389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9925304" y="51389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1083056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1083056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4572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4572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56057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56057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2333752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2333752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3040888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3040888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368198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368198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438912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438912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030216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5030216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5869432" y="5486400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5869432" y="5486400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71709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71709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7878064" y="548640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7878064" y="548640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9245600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9245600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9886696" y="5486400"/>
            <a:ext cx="15402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9886696" y="5486400"/>
            <a:ext cx="1540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executors token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457200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457200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export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1494536" y="5833872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1494536" y="5833872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check-result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2928112" y="583387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2928112" y="583387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list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3899408" y="5833872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3899408" y="5833872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dispatch</a:t>
            </a:r>
            <a:endParaRPr lang="en-US" sz="1000" dirty="0"/>
          </a:p>
        </p:txBody>
      </p:sp>
      <p:sp>
        <p:nvSpPr>
          <p:cNvPr id="158" name="Shape 156"/>
          <p:cNvSpPr/>
          <p:nvPr/>
        </p:nvSpPr>
        <p:spPr>
          <a:xfrm>
            <a:off x="5134864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5134864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auction</a:t>
            </a:r>
            <a:endParaRPr lang="en-US" sz="1000" dirty="0"/>
          </a:p>
        </p:txBody>
      </p:sp>
      <p:sp>
        <p:nvSpPr>
          <p:cNvPr id="160" name="Shape 158"/>
          <p:cNvSpPr/>
          <p:nvPr/>
        </p:nvSpPr>
        <p:spPr>
          <a:xfrm>
            <a:off x="6304280" y="583387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1" name="Text 159"/>
          <p:cNvSpPr txBox="1"/>
          <p:nvPr/>
        </p:nvSpPr>
        <p:spPr>
          <a:xfrm>
            <a:off x="6304280" y="583387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bid</a:t>
            </a:r>
            <a:endParaRPr lang="en-US" sz="1000" dirty="0"/>
          </a:p>
        </p:txBody>
      </p:sp>
      <p:sp>
        <p:nvSpPr>
          <p:cNvPr id="162" name="Shape 160"/>
          <p:cNvSpPr/>
          <p:nvPr/>
        </p:nvSpPr>
        <p:spPr>
          <a:xfrm>
            <a:off x="7209536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7209536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award</a:t>
            </a:r>
            <a:endParaRPr lang="en-US" sz="1000" dirty="0"/>
          </a:p>
        </p:txBody>
      </p:sp>
      <p:sp>
        <p:nvSpPr>
          <p:cNvPr id="164" name="Shape 162"/>
          <p:cNvSpPr/>
          <p:nvPr/>
        </p:nvSpPr>
        <p:spPr>
          <a:xfrm>
            <a:off x="8246872" y="583387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5" name="Text 163"/>
          <p:cNvSpPr txBox="1"/>
          <p:nvPr/>
        </p:nvSpPr>
        <p:spPr>
          <a:xfrm>
            <a:off x="8246872" y="583387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claim</a:t>
            </a:r>
            <a:endParaRPr lang="en-US" sz="1000" dirty="0"/>
          </a:p>
        </p:txBody>
      </p:sp>
      <p:sp>
        <p:nvSpPr>
          <p:cNvPr id="166" name="Shape 164"/>
          <p:cNvSpPr/>
          <p:nvPr/>
        </p:nvSpPr>
        <p:spPr>
          <a:xfrm>
            <a:off x="9284208" y="5833872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7" name="Text 165"/>
          <p:cNvSpPr txBox="1"/>
          <p:nvPr/>
        </p:nvSpPr>
        <p:spPr>
          <a:xfrm>
            <a:off x="9284208" y="5833872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heartbeat</a:t>
            </a:r>
            <a:endParaRPr lang="en-US" sz="1000" dirty="0"/>
          </a:p>
        </p:txBody>
      </p:sp>
      <p:sp>
        <p:nvSpPr>
          <p:cNvPr id="168" name="Shape 166"/>
          <p:cNvSpPr/>
          <p:nvPr/>
        </p:nvSpPr>
        <p:spPr>
          <a:xfrm>
            <a:off x="10585704" y="583387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10585704" y="583387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release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2026-10-18T10:03:59Z</dcterms:created>
  <dcterms:modified xsi:type="dcterms:W3CDTF">2026-10-18T10:03:59Z</dcterms:modified>
</cp:coreProperties>
</file>