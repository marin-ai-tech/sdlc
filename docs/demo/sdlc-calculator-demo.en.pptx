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0.21.2,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(2844213e9554)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2844213e9554"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(1.8s)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(90f082115905)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0f082115905"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(90f082115905)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basic-arithmetic:release:90f082115905"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68fc158c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86b70b05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86b70b05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54a2da1f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7d74f6f0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b0556580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openspec\changes\archive\2026-10-15-basic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0.21.2,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3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58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2026-10-15T13:31:50.558Z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sha256:90f082115905738bbf88908e8f9bddeb43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7cd3e676da99ba381bb6c7378fe339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0.21.2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2026-10-15T13:31:53.746Z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0.21.2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2026-10-15T13:32:00.709Z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0.21.2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(1.3s)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0.7s)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"20261015T133307841Z-ci-green-a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89bdd",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"fa0e1a35a96e7955e17570afef7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14a335bdfea66",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87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1966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1966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28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28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658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658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6920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56920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70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870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7408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7408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20953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20953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8459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8459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9172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9172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9060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9060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49453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49453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201672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201672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9748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9748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1910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1910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16229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16229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076184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076184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4748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4748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0187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87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79603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79603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96544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96544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13486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13486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04012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04012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6151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6151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718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718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49172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49172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19886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19886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83996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83996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547096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547096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296416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296416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59791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259791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305048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305048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672584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672584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945376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945376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982712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982712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9416288" y="548640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416288" y="548640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10387584" y="548640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0387584" y="548640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494536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494536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2796032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2796032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965448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3965448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submit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5068824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5068824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reopen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6172200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6172200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87933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87933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586472" y="5833872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586472" y="5833872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425688" y="5833872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425688" y="5833872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198864" y="5833872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198864" y="5833872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983996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83996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1074521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1074521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2026-10-15T13:33:41Z</dcterms:created>
  <dcterms:modified xsi:type="dcterms:W3CDTF">2026-10-15T13:33:41Z</dcterms:modified>
</cp:coreProperties>
</file>