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0.16.3,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(3fe67dd99150)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fe67dd99150"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(3fe67dd99150)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basic-arithmetic:release:3fe67dd99150"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8e330ae7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107c224f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107c224f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6943d6be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1b26a563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04d0b1ec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0.16.3,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13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2026-10-12T17:54:32.408Z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sha256:3fe67dd9915088930c7427061dc3c5e496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c4f349ad9d3f4cd8fd094ebb77aa4a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2026-10-12T17:54:35.551Z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2026-10-12T17:54:41.749Z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"20261012T175530725Z-ci-green-1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044be",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"aab87b1053d604eadb8b3cb8dcd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77474e4b0fd75",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2026-10-12T17:55:49Z</dcterms:created>
  <dcterms:modified xsi:type="dcterms:W3CDTF">2026-10-12T17:55:49Z</dcterms:modified>
</cp:coreProperties>
</file>