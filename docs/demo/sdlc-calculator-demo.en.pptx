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0.21.3,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(2844213e9554)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2844213e9554"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distinct_approvers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already approved the paired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(85a91b18d257)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5a91b18d257"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(85a91b18d257)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basic-arithmetic:release:85a91b18d257"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05413ba9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1e84e4bf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1e84e4bf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ec148dca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239c55a4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marin@marin-ai.tech bootstrap a2bc9570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openspec\changes\archive\2026-10-15-basic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already approved the paired gate plan/review.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0.21.3,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13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3 · plan 17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58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2026-10-15T17:29:48.480Z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sha256:85a91b18d25718bc3e1613fa277a1a7d78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05c549d49afe5093354cb1e81f92dc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0.21.3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2026-10-15T17:29:51.894Z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0.21.3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2026-10-15T17:29:58.541Z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0.21.3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(1.1s)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0.6s)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"20261015T173055421Z-ci-green-0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57246",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"89c909bf89d90205254ef2922bd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2a93e6a194b82",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124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87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83480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8873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8873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2607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2607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831328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831328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80262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0262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17016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17016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284208" y="409651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284208" y="409651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519664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519664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42849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42849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46583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46583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56920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56920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870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870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74080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74080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20953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20953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78459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78459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491728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491728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9396984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396984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9060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9060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49453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49453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201672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201672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974848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974848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549904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549904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19100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19100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162296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162296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265672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265672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076184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076184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04748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04748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01877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01877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56057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56057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79603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79603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96544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96544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513486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513486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604012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604012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61517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61517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71855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71855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49172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49172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19886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19886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83996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83996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10547096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10547096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1296416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1296416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259791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259791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305048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305048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672584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672584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313680" y="5486400"/>
            <a:ext cx="15402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313680" y="5486400"/>
            <a:ext cx="1540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executors token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6945376" y="548640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6945376" y="548640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982712" y="548640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982712" y="548640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9416288" y="548640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416288" y="548640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list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10387584" y="548640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10387584" y="548640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dispatch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457200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457200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claim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1494536" y="583387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1494536" y="583387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heartbeat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2796032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2796032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release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3965448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3965448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submit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5068824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5068824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reopen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6172200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6172200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6879336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6879336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7586472" y="5833872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7586472" y="5833872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8425688" y="5833872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8425688" y="5833872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9198864" y="5833872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9198864" y="5833872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9839960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9839960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70" name="Shape 168"/>
          <p:cNvSpPr/>
          <p:nvPr/>
        </p:nvSpPr>
        <p:spPr>
          <a:xfrm>
            <a:off x="10745216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1" name="Text 169"/>
          <p:cNvSpPr txBox="1"/>
          <p:nvPr/>
        </p:nvSpPr>
        <p:spPr>
          <a:xfrm>
            <a:off x="10745216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2026-10-15T17:31:26Z</dcterms:created>
  <dcterms:modified xsi:type="dcterms:W3CDTF">2026-10-15T17:31:26Z</dcterms:modified>
</cp:coreProperties>
</file>