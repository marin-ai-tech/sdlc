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0.22.3,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(3f632e3f37b9)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3f632e3f37b9"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roles: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(deae0ff3a96f)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eae0ff3a96f"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(deae0ff3a96f)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basic-arithmetic:release:deae0ff3a96f"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50716b90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02c182f4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02c182f4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56b2bf8a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9d6cbcbf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46bb5cd9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openspec\changes\archive\2026-10-16-basic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0.22.3,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31 of 61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4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61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2026-10-17T01:42:20.093Z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sha256:deae0ff3a96f174c6b0ad43a6d4536bc08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e797af8429c7f3d31eab554e3f8cd4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0.22.3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2026-10-17T01:42:23.191Z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0.22.3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2026-10-17T01:42:29.391Z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0.22.3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"20261017T014326118Z-ci-green-4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729dc",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"a9f6de164e96ab0ec0a1cddd002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ec9a9f7d7cdb8",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92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link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387584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387584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362456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62456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333752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333752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37108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37108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474464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474464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77596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77596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879336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79336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114792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114792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689848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689848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0302240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302240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5605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5605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59791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59791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30504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330504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4078224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078224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65328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65328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9437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9437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3690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3690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7430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7430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17956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17956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15085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15085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49453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49453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597912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597912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83336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83336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002784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002784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172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172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7077456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7077456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652512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652512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755888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755888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529064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529064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1023620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1023620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87729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87729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098296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098296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937512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937512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23900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23900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3946144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3946144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31368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31368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5954776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5954776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586472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586472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8623808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623808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10057384" y="548640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10057384" y="548640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457200" y="583387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457200" y="583387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692656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692656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2862072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2862072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767328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3767328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4804664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4804664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842000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842000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7143496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7143496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8312912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8312912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submit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9416288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9416288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reopen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10519664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10519664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2026-10-17T01:44:02Z</dcterms:created>
  <dcterms:modified xsi:type="dcterms:W3CDTF">2026-10-17T01:44:02Z</dcterms:modified>
</cp:coreProperties>
</file>