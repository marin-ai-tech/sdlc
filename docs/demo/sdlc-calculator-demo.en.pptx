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0.6.4,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55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4515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4515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485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485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19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19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a terminal outside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agent.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(00ccae023886)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(00ccae023886)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fc081258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fc081258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877b0c71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b69c6383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59187a67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226803bd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openspec\changes\archive\2026-10-04-basic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0.6.4,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0.6.4;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2026-10-04T21:06:15.602Z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0.6.4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2026-10-04T21:06:21.055Z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0.6.4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2026-10-04T21:06:23.917Z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0.6.4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2026-10-04T21:06:30.564Z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48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9453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9453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9979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9979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920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920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6744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36744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74080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74080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77456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77456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8083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8083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5024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5024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45362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5362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560576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60576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465832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465832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37128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37128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446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7446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77840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77840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793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793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82712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982712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18168" y="409651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18168" y="409651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793224" y="409651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793224" y="409651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0036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0036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6621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621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069592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069592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10692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0692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814064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814064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38912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8912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36041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36041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26567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26567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84072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84072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944104" y="4443984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944104" y="4443984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717280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17280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9424416" y="4443984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424416" y="4443984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065512" y="4443984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065512" y="4443984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57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57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9829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829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8054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8054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51256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51256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35178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35178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12496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12496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76605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476605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47319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547319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378448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378448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88746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88746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66064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766064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836777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36777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9471152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471152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0462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0462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2026-10-04T21:06:52Z</dcterms:created>
  <dcterms:modified xsi:type="dcterms:W3CDTF">2026-10-04T21:06:52Z</dcterms:modified>
</cp:coreProperties>
</file>