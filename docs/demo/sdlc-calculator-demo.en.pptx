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0.18.0,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(3f005a0f65e9)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3f005a0f65e9"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(1.2s)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(8cf5f98928e2)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cf5f98928e2"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(8cf5f98928e2)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basic-arithmetic:release:8cf5f98928e2"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ba203e76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4c3be653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4c3be653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0e4833ee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d866a99f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137d1b62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openspec\changes\archive\2026-10-13-basic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0.18.0,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16 · review 4;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2026-10-13T09:59:43.531Z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sha256:8cf5f98928e279a64a3de9693742f47c85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fa9f5754dad3a412534e6b41ae457a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0.18.0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2026-10-13T09:59:47.632Z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0.18.0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2026-10-13T09:59:55.096Z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0.18.0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(1.4s)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"20261013T100107052Z-ci-green-f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7e08f",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"29c7ed7fa8ad45fbc5631152cae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3d2b45af2df33",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72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2026-10-13T10:01:38Z</dcterms:created>
  <dcterms:modified xsi:type="dcterms:W3CDTF">2026-10-13T10:01:38Z</dcterms:modified>
</cp:coreProperties>
</file>