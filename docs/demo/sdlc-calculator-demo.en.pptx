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0.20.3,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(308be1b4f21d)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308be1b4f21d"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(6fe1207efb8e)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fe1207efb8e"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(6fe1207efb8e)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basic-arithmetic:release:6fe1207efb8e"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d07fd095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d1469aa1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d1469aa1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24f02c2c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39083661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c1f3d67d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openspec\changes\archive\2026-10-14-basic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0.20.3,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16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47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2026-10-14T10:32:30.587Z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sha256:6fe1207efb8ef41b5efedff0ce30e74846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88a9279510cdd27fe2a73b0f11f4ad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0.20.3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2026-10-14T10:32:33.820Z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0.20.3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2026-10-14T10:32:40.341Z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0.20.3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"20261014T103334891Z-ci-green-e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d62fc",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"a5ef3f4aff403e94f01fcaa581a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2a9e814b197fa",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79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351016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351016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78459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78459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84917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4917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198864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198864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10038080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0038080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081125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081125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45720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45720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136245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136245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2069592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2069592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2974848" y="5833872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2974848" y="5833872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483864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3483864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425704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425704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496417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496417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567131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567131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6774688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6774688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7415784" y="583387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7415784" y="583387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7990840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7990840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2026-10-14T10:34:03Z</dcterms:created>
  <dcterms:modified xsi:type="dcterms:W3CDTF">2026-10-14T10:34:03Z</dcterms:modified>
</cp:coreProperties>
</file>