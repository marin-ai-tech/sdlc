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0.22.4,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(b6d7eb14bb6b)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b6d7eb14bb6b"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(3f51023be410)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f51023be410"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(3f51023be410)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basic-arithmetic:release:3f51023be410"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2cb8d332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2026497f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2026497f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88b9c180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33fa2d0e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05189252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0.22.4,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31 of 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16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2026-10-17T07:50:34.581Z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sha256:3f51023be410c73488a732b3e04c954571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701e4a1a7eced8a2873305cb36a9df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0.22.4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2026-10-17T07:50:37.614Z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0.22.4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2026-10-17T07:50:43.926Z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0.22.4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"20261017T075139262Z-ci-green-a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1cde1",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"700eaf8edbe2437631b97746f0a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d4bfe417c78ed",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92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387584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7584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362456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62456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333752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333752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37108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37108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474464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474464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77596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77596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11479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11479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68984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68984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0302240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302240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5605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5605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5979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5979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30504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30504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07822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07822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65328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65328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9437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9437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3690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3690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7430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7430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17956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17956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5085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5085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49453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49453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597912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597912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83336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83336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002784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002784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172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172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7077456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7077456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652512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652512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52906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52906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23620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23620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8772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8772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09829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09829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93751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93751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23900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23900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394614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394614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95477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95477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586472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586472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623808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623808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057384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057384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692656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692656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862072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862072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767328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767328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804664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4804664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842000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842000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7143496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143496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831291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831291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9416288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9416288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10519664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10519664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2026-10-17T07:52:14Z</dcterms:created>
  <dcterms:modified xsi:type="dcterms:W3CDTF">2026-10-17T07:52:14Z</dcterms:modified>
</cp:coreProperties>
</file>