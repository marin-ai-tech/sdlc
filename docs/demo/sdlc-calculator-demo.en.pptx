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three-person team builds a till calculator with AI agents. Everything shown was produced by an automated end-to-end test, so the outputs are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Separation rules: the author of the code does not approve its review or release; spec and review, plan and review need different people; at most three gates per person. An agent cannot edit the file.
sdlc roles check — Who holds which role.
sdlc roles migrate — An agent cannot write the roles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an approved artifact changes, the approval goes stale and must be given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Alice installs sdlc for Claude Code and OpenCode; an agent makes the repository AI-ready.
sdlc init --tools claude,opencode --statusline — Alice installs sdlc for Claude Code and OpenCode, with the status line.
sdlc layout check — Is the project AI-ready? Not yet.
sdlc layout scaffold — The agent creates AGENTS.md, CLAUDE.md and the docs skeleton.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Does the till need its own calculator? The agent researches and writes a recommendation; nothing is decided yet.
sdlc explore calculator — The agent opens an exploration: does the till need its own calculator?
sdlc explore list — Explorations in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Items carry an outcome, acceptance criteria and dependencies. Moving and dropping items is a product decision.
sdlc backlog add Basic arithmetic --epic E1 --kind feature --risk low --outcome add, subtract, multiply and divide --accept 2 + 3 = 5 --accept 10 / 4 = 2.5 --source-type exploration --source-ref openspec/explorations/calculator.md — First item, from the exploration.
sdlc backlog move B3 --before B2 — Priority is a person's decision: refused for the agent.
sdlc backlog list — The backlog with readiness and the epic 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`next` points at the ready item; the change starts with a draft intent. The track is suggested, but only a person may choose it.
sdlc next — No active change: next proposes the backlog item.
sdlc backlog start B1 --change basic-arithmetic — A change with a draft intent from the item.
sdlc status --change basic-arithmetic — The stepper: intent is current.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cannot approve. Bob is not the product owner. Alice approves the intent and the spec; Bob, the engineer, the plan.
sdlc approve intent --change basic-arithmetic — The agent cannot approve.
sdlc approve intent --change basic-arithmetic — Bob is not the product owner.
sdlc approve intent --change basic-arithmetic — Alice approves the intent.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OpenSpec does the spec work through its JSON CLI: changes, artifact instructions, validation and the delta merge on archive. /opsx:* commands keep working on the same folder.
sdlc openspec list — OpenSpec lists the change like any of its own.
sdlc openspec status --change basic-arithmetic — Artifact completion by the sdlc schema, computed by OpenSpec.
sdlc openspec show basic-arithmetic --json --deltas-only — The change as OpenSpec sees it: the ADDED requirement and its scenarios.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validate runs openspec validate --strict and adds checks OpenSpec lacks: delta targets exist, ADDED does not collide, overlaps between open changes.
sdlc validate --change basic-arithmetic — The first draft has a requirement without a scenario: strict validation refuses it.
sdlc validate --change basic-arithmetic — With the scenarios added, OpenSpec strict validation and the delta target checks pass.
sdlc openspec schema validate sdlc — The sdlc schema is a standard OpenSpec schema.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writes the code on a branch. `verify` runs the real checks and records the evidence; every spec scenario needs a row.
sdlc verify --change basic-arithmetic — Real checks, recorded evidence.
sdlc verify --check --change basic-arithmetic — Every scenario has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pass and lens is covered or says what was checked. One finding is deferred to the registry. Bob wrote the code, so Carol approves.
sdlc roles who review --change basic-arithmetic --base main — Who may approve the review: not Bob, he wrote the code.
sdlc approve review --change basic-arithmetic — Bob is the author: refused.
sdlc approve review --change basic-arithmetic — Carol approves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Signing modes: off (no signatures), warn (report), required (CI fails). A commit signed by Bob with Alice's email is reported as wrong-signer.
sdlc approve release --change basic-arithmetic — Alice authorizes the release.
sdlc approvals verify — Signed approvals check (warn mode): Alice and Carol sign; Bob's plan approval is unsigned, reported but not blocking.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archive re-checks the gates, then OpenSpec merges the delta into openspec/specs. The requirement now lives in the spec; B1 closes.
sdlc archive basic-arithmetic --yes — The delta merges into the living spec; B1 closes.
sdlc openspec list --specs — The calculator capability is now a living spec.
sdlc openspec show calculator --type spec — The living spec holds the requirement the change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refusal in the demo, with the reason the CLI gave. Decisions stay with people and are recorded.
sdlc adopt --apply — Applying the draft is a person's decision: refused for the agent.
sdlc roles migrate — An agent cannot write the roles file.
sdlc backlog move B3 --before B2 — Priority is a person's decision: refused for the agent.
sdlc track set lite --change basic-arithmetic — An agent cannot pick the lite track.
sdlc approve intent --change basic-arithmetic — The agent cannot approve.
sdlc approve intent --change basic-arithmetic — Bob is not the product owner.
sdlc validate --change basic-arithmetic — The first draft has a requirement without a scenario: strict validation refuses it.
sdlc approve review --change basic-arithmetic — Bob is the author: refused.
sdlc tests unlock --change fix-rounding — Unlocking is a person's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Bug fixes go on the lite track with tests locked first. Alice rejects voice input with a reason and waives the release step for an internal fix.
sdlc tests lock --change fix-rounding — Tests are locked: the failing test is the proof.
sdlc reject intent --change voice-input --note Tills are in noisy shops — Alice rejects it with a reason.
sdlc waive release --change fix-rounding --note Internal library, no release step — A recorded waiver.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epic and its tickets from BMAD-METHOD become backlog items with their dependencies.
sdlc import bmad _bmad-output/epic-scientific --to-backlog — Epic and tickets from BMAD become backlog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scripts/examples/dashboard-watch.mjs watches openspec/ and rebuilds reports/dashboard.html; examples run it as a Windows task, a systemd or launchd service, or a CI step.
sdlc status — Every active change.
sdlc audit — Lead times and first-pass rate.
sdlc log --limit 15 — Who did what, with the sdlc version and license.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decision is offered over MCP. The registry lives in openspec/sdlc.yaml with secrets as ${VAR} references; the hook allows each server only at its stages. Chapter 10 of the docs has the user cases.
sdlc mcp check — The team's MCP servers: reachable, tools listed, file writers flagged.
sdlc verify --change fix-rounding — Bob verifies himself: the CLI calls the CI server over MCP and keeps the result for the agent.
sdlc inbox list --json — The agent finds the result in its inbox.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is an acceptance test: it fails if a command is missing from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Approvals come from people in roles.yaml, bound to content, optionally signed. Nobody pushes through their own work: authors do not approve their review or release. Everything is files in the repository: backlog, specs, evidence,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calculator with sdlc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971800"/>
            <a:ext cx="90196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of the SDLC harness, on one small real project. People decide,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 the work.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· product owner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2988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· engineer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08776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08776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· reviewer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084564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84564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and who may approve what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live in openspec/roles.yaml, versioned in git. The file names people, their emails and signing keys, and the separation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6474" y="1783080"/>
            <a:ext cx="548640" cy="54864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647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Walker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product-owner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release-manager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32988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82262" y="1783080"/>
            <a:ext cx="548640" cy="548640"/>
          </a:xfrm>
          <a:prstGeom prst="ellipse">
            <a:avLst/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2262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424428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515868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15868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515868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15868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tech-lead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15868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15868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08776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58050" y="1783080"/>
            <a:ext cx="548640" cy="548640"/>
          </a:xfrm>
          <a:prstGeom prst="ellipse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5805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300216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Hughes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391656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91656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91656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084564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133838" y="178308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13383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176004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267444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267444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roles: never approves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4360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814316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check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Name          Roles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alice  Alice Walker  product-owner, release-manager, maintainer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   Bob Turner    engineer, tech-lead,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carol  Carol Hughes  engineer, code-owner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holds which role.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31636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368796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68796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10588752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368796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migrate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368796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a person may migrate roles.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 not in the agent chat (a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`!` command there runs in the agent's shell): sdlc roles migrate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6231636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cannot write the roles file.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path of a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idea is explored, lands in the backlog, becomes a change and passes gates. Each gate is approved by a person, bound to the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content.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69264" y="2464308"/>
            <a:ext cx="1025042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9979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77901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7901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3873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1795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1795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7766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05688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5688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81660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19582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9582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95554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3476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476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09447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47369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7369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23341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61263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1263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7234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75156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5156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51128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89050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89050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65022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57784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57784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57784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the idea, then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it as backlog items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outcome 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criteria.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35656" y="3611880"/>
            <a:ext cx="6517640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835656" y="3749040"/>
            <a:ext cx="651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approved by people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2835656" y="4114800"/>
            <a:ext cx="6517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write intent, spec, plan, code, evidence and review; a person with the right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approves each.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669272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669272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669272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release manager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authorises; the delta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into the living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5532120"/>
            <a:ext cx="11274552" cy="685800"/>
          </a:xfrm>
          <a:prstGeom prst="roundRect">
            <a:avLst>
              <a:gd name="adj" fmla="val 13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85800" y="5532120"/>
            <a:ext cx="10817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layer: OpenSpec (changes, delta specs, validation, living specs). sdlc adds the people, gates, evidence and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around it.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Setup: one command, two tools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OpenCode; an agent makes the repository AI-ready.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init --tools claude,opencode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--statusline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harness initialized in till-calculator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OpenSpec: created openspec/ (via openspec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init), default 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config: created openspec/sdlc.yaml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(enforcement: warn)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verify.commands detected: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(package.json scripts.test)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policy: created REVIEW.md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tools: Claude Code, OpenCode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 0.9.0, license: community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files: 61 created, 0 updated,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status line.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check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 | Status | Path |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agents-guide | missing | - | Main guide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coding agents (read by OpenCode; imported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CLAUDE.md).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claude-guide | missing | - | Thin Claude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 entry point: imports AGENTS.md, adds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Claude-only notes.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 | canonical | README.md | What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project is and how a person starts with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review-policy | canonical | REVIEW.md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passes and severities used by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/sdlc:review.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| missing | - | System map: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modules, boundaries, data flows, external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project AI-ready? Not yet.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scaffold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Created: AGENTS.md, CLAUDE.md,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docs/architecture.md, docs/conventions.md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, docs/glossary.md, docs/runbook.md,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docs/security.md, docs/decisions/0001-rec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ord-architecture-decisions.md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Kept: README.md, REVIEW.md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creates AGENTS.md, CLAUDE.md and the docs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20592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720592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99024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99024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634480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34480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7557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7557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 before committing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till need its own calculator? The agent researches and writes a recommendation; nothing is decided yet.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calculator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 exploration openspec/explorations/calculator.md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opens an exploration: does the till need its own calculator?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list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calculator  openspec/explorations/calculator.md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Explorations in the project.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backlog: agents propose, people prioritise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carry an outcome, acceptance criteria and dependencies. Moving and dropping items is a product decision.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add Basic 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--epic E1 --kind feature --risk low …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Basic 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item, from the exploration.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move B3 --before B2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Backlog priority is a product decision.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 person to run this command.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 in the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 shell):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backlog move B3 --before B2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is a person's decision: refused for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list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 Calculator MVP  ░░░░░░░░░░  0/3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Ready  Title           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 open    ✓      Basic 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  open    -      Memory M+ / MR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  open    -      Percent       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Unassigned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 Ready  Title             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B4  dropped  -      Scientific notation  -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backlog with readiness and the epic bar.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07816" y="6053328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07816" y="6053328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41392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41392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7872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07872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18210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8210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2854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854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38885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38885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item to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`next` points at the ready item; the change starts with a draft intent. The track is suggested, but only a person may choose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next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B1: Start backlog item B1: 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active change: next proposes the backlog item.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Started B1 as basic-arithmetic.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Alice Walker (product-owner)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must review and approve the intent gate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(intent): sdlc approve intent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--as product-owner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with a draft intent from the item.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 --change 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 [feature · risk low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full track · schema sdlc]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     Plan (intent)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source    backlog B1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 intent ✓  proposal ○  specs ·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design ·  plan ·  tasks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● ─ spec ○ ─ plan ○ ─ build ○ 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 ○ ─ review ○ ─ archive 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tasks     none yet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intent   … pending            awaiting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 (product-owner; 0 of 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artifacts: proposal, specs,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plan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stepper: intent is current.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14553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4553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88128" y="60533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88128" y="60533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Gates: the right person, or no 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 Bob is not the product owner. Alice approves the intent and the spec; Bob, the engineer, the plan.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`sdlc approve` records a human decision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cannot run inside an agent session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(claude-code).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 in the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 shell):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intent --change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does not hold product-owner;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Alice Walker.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not the product owner.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intent gate: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product-owner (adecb64c45af)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proposal (proposal.md)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the spec gate. (/sdlc:spec)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approves the intent.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01345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01345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OpenSpec underneath: the change is an OpenSpec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does not fork OpenSpec. The change lives in openspec/changes and OpenSpec reads it as its own: list, status, deltas.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    0/2 tasks     just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now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lists the change like any of its own.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status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Change: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root: till-calculator\openspec\chang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es\basic-arithmetic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Progress: 6/6 artifacts complete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specs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plan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tasks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planning artifacts complete!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openspec instructions apply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"basic-arithmetic" --json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Loading change status...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completion by the sdlc schema, computed by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basic-arithmetic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--deltas-only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"deltaCount": 1,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"spec": "calculator",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"operation": "ADDED",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"description": "Add requirement: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SHALL add, subtract, multiply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divide two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"requirement":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"text": "The calculator SHALL add,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subtract, multiply and divide two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"scenarios":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as OpenSpec sees it: the ADDED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and its scenarios.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specs and strict validation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change as deltas (ADDED, MODIFIED, REMOVED). A requirement without a scenario is refused before anyone approves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error [openspec] calculator/spec.md: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ADDED "Basic operations" must include 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least one scenario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draft has a requirement without a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strict validation refuses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scenarios added, OpenSpec strict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and the delta target checks pass.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schema validate sdlc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Schema 'sdlc' is valid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Note: Schema commands are experimental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may change.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sdlc schema is a standard OpenSpec schema.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519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verify with evidence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writes the code on a branch. `verify` runs the real checks and records the evidence; every spec scenario needs a row.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60920" y="480060"/>
            <a:ext cx="426110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51192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2419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24648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9764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19810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7110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67156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4456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914501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1801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618472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49147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91928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6492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56538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43838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03884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1184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51229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38529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(1.0s)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openspec\changes\basic-arithmetic\verification.md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Run the multi-pass review (bugs, security, compliance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with spec and plan) and record findings in review.md.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(/sdlc:review)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checks, recorded evidence.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--check --change basic-arithmetic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every spec scenario (2) has a row under "Behavioral verification".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scenario has evidence.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Review: lenses, a deferred finding, and not your own code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pass and lens is covered or says what was checked. One finding is deferred to the registry. Bob wrote the code, so Carol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who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--base main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· basic-arithmetic — may approve: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Carol Hughes (carol)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(alice): missing_role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does not hold code-owner;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ask Bob Turner, Carol Hughes.;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Alice Walker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spec/review.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(bob): author_cannot_approve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authored code in this change.;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Bob Turner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plan/review.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approve the review: not Bob, he wrote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authored code in this change.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already approved the paired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 plan/review.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Carol Hughes.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the author: refused.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review gate: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code-owner (3b46e2724403)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Carol Hughes (code-owner)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must read review.md and the diff, then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gate: sdlc approve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--change basic-arithmetic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approves the review.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852672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852672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 and signed approvals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authorises the release. Every approval is checked against the commit that brought it: signed by the person who approved.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release 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release gate: Alice Walker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(3b46e2724403)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Carol Hughes (code-owner) must read review.md and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diff, then approve the review gate: sdlc approve review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authorizes the release.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approvals verify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basic-arithmetic/intent alice valid 2d54ab62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basic-arithmetic/spec alice valid 89635bce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basic-arithmetic/plan bob wrong-signer 89635bce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basic-arithmetic/review carol valid 53ad23b7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basic-arithmetic/release alice valid b16eadd7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openspec/roles.yaml alice@calc.example valid 0d43a659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approvals checked, 1 invalid (warn: not blocking)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 commits: git config gpg.format ssh; git config user.signingkey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&lt;key&gt;; git commit -S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approvals check (warn mode): Alice and Carol sign; Bob's plan approval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unsigned, reported but not blocking.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Archive: the delta becomes the living spec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archive re-checks the gates, then OpenSpec merges the delta into openspec/specs. The requirement now lives in the spec;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closes.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archive basic-arithmetic --yes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archived basic-arithmetic →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openspec\changes\archive\2026-10-06-basic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specs: +1 added, ~0 modified, -0 removed,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 renamed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Start backlog item B3: Memory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M+ / MR. (sdlc backlog start B3)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delta merges into the living spec; B1 closes.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 --specs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    requirements 1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calculator capability is now a living 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calculator --type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calculator Specification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 results for the four basic 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operations.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Requirements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 Requirement: Basic operations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calculator SHALL add, subtract,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multiply and divide two numbers.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Add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adds 2 and 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Divide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divides 10 by 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2.5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living spec holds the requirement the change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88137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88137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nets: what agents cannot 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refusal in the demo, with the reason the CLI gave. Decisions stay with people and are recorded.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adopt --apply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apply the adoption draft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1636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41364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643116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43116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831836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roles migrate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43116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migrate roles.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057400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backlog move B3 --before B2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priority is a product decision. Ask a person to run this comm…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31636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41364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643116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43116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831836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track set lite --change basic-arithmetic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43116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session (claude-code) cannot set the track.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68680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057400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approve` records a human decision and cannot run inside an agen…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31636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41364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643116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43116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831836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643116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does not hold product-owner; ask Alice Walker.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66928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68680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8680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2057400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validate --change basic-arithmetic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68680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basic-arithmetic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231636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41364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643116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43116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7831836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review --change basic-arithmetic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643116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authored code in this change. Bob Turner already approved …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6692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868680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68680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2057400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tests unlock --change fix-rounding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868680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tests unlock` records a human decision and cannot run inside an…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bug fix, a rejected idea, a waiver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fixes go on the lite track with tests locked first. Alice rejects voice input with a reason and waives the release step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internal fix.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tests lock --change fix-rounding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tests locked for fix-rounding: edits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 files (enforcement.test_paths) are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blocked until a person runs `sdlc tests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unlock --change fix-rounding`.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are locked: the failing test is the proof.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reject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--note Tills are in noisy …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intent gate rejected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Tills are in noisy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The intent gate was rejected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Alice Walker &lt;alice@calc.example&gt;: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Tills are in noisy shops. Revise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artifact(s), then ask for approval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again.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rejects it with a reason.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waive release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--note Internal library, 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 release gate waived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Internal library,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 release step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waiver.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929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74929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3298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3298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BMAD planning comes in as backlog items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epic and its tickets from BMAD-METHOD become backlog items with their dependencies.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1274552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11000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import bmad _bmad-output/epic-scientific --to-backlog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1100023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Imported 1 epics and 2 backlog items.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 and tickets from BMAD become backlog items.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picture, always current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a report with diagrams, an offline dashboard, metrics and a log. A background script keeps the dashboard page fresh.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       STAGE     NEXT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 build     agent: /sdlc:plan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 plan (plan.md) for the plan gate.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  plan      agent: /sdlc:intent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The intent gate was rejected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&lt;alice@calc.example&gt;: Tills are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noisy shops. Revise the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artifact(s), then ask for approval again.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active change.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audit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metrics across 3 change(s) (1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archived) · sdlc 0.9.0, license: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hours: intent→spec 0 · spec→plan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plan→verified 0 · verified→review 0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verification first-pass rate: 1;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rejections 1; waivers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wait for a person (seconds):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3 · spec 9 · plan 9 · review 3;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rework reasons: missing-requirement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recorded with sdlc 0.9.0; licenses: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times and first-pass rate.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log --limit 15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(last 15 of 43 entries; --limit to see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more)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2026-10-06T22:15:55.514Z  gate.review.await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ing       basic-arithmetic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sha256:3b46e2724403b29ae43f5c85e743850ea5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f67159dd578fa14d41ee61dd7752bf [sdlc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0.9.0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2026-10-06T22:15:58.571Z  gate.review.appro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ved       basic-arithmetic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- role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[sdlc 0.9.0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2026-10-06T22:16:02.163Z  gate.release.appr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oved      basic-arithmetic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- role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[sdlc 0.9.0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did what, with the sdlc version and license.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59808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9808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531104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531104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0616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0616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0953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0953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AI systems, over MCP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systems read the process over MCP; sdlc calls their servers itself. CI status becomes gate evidence, and results wait in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inbox.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mcp check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pipeline_status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team's MCP servers: reachable, tools listed,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writers flagged.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fix-rounding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(1.2s)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ci-green (ci/pipeline_status, 0.7s)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openspec\changes\fix-rounding\verificatio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ci-green: ci/pipeline_status (MCP)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verifies himself: the CLI calls the CI server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MCP and keeps the result for the 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inbox list --json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"items":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"id": "20261006T221649892Z-ci-green-0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eb8d5",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"change": "fix-rounding",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"check": "ci-green",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"server": "ci",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"tool": "pipeline_status",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"ok": true,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"result":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"status": "success",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"ref": "e105b7c63cb4b08e39dc9fa4c2d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bdf6db8c0c381",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"token": "absent"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finds the result in its inbox.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1157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1157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command, one scenario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is an acceptance test: it fails if a command is missing from the story.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32988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332988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59 commands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08776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08776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208776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84564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84564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084564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(and agents)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4904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9829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829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check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135632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135632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who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40888" y="3749040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040888" y="3749040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migrate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10304" y="374904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210304" y="374904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577840" y="3749040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577840" y="3749040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01141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01141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048752" y="374904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048752" y="374904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152128" y="374904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152128" y="374904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10255504" y="374904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255504" y="374904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409651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7200" y="409651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start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162661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62661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272999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72999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833368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833368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936744" y="409651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936744" y="409651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842000" y="4096512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842000" y="4096512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813296" y="409651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813296" y="409651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85063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85063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check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8954008" y="4096512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954008" y="4096512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scaffold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10255504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10255504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457200" y="4443984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57200" y="4443984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1692656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1692656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2267712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2267712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2974848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2974848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3880104" y="4443984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3880104" y="4443984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4389120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4389120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list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5492496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5492496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bmad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6529832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6529832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7236968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7236968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7812024" y="4443984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7812024" y="4443984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8783320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83320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9688576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9688576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check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10593832" y="4443984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10593832" y="4443984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list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457200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457200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1428496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1428496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2333752" y="4791456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2333752" y="4791456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2908808" y="4791456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2908808" y="4791456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4012184" y="4791456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4012184" y="4791456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4785360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4785360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5492496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5492496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waive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6133592" y="4791456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6133592" y="4791456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6972808" y="4791456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6972808" y="4791456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8274304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8274304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8981440" y="4791456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8981440" y="4791456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verify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10348976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10348976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10990072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10990072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457200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457200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1164336" y="51389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1164336" y="51389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000" dirty="0"/>
          </a:p>
        </p:txBody>
      </p:sp>
      <p:sp>
        <p:nvSpPr>
          <p:cNvPr id="112" name="Shape 110"/>
          <p:cNvSpPr/>
          <p:nvPr/>
        </p:nvSpPr>
        <p:spPr>
          <a:xfrm>
            <a:off x="2003552" y="51389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2003552" y="51389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000" dirty="0"/>
          </a:p>
        </p:txBody>
      </p:sp>
      <p:sp>
        <p:nvSpPr>
          <p:cNvPr id="114" name="Shape 112"/>
          <p:cNvSpPr/>
          <p:nvPr/>
        </p:nvSpPr>
        <p:spPr>
          <a:xfrm>
            <a:off x="2776728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2776728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000" dirty="0"/>
          </a:p>
        </p:txBody>
      </p:sp>
      <p:sp>
        <p:nvSpPr>
          <p:cNvPr id="116" name="Shape 114"/>
          <p:cNvSpPr/>
          <p:nvPr/>
        </p:nvSpPr>
        <p:spPr>
          <a:xfrm>
            <a:off x="3417824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3417824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4124960" y="51389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4124960" y="51389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120" name="Shape 118"/>
          <p:cNvSpPr/>
          <p:nvPr/>
        </p:nvSpPr>
        <p:spPr>
          <a:xfrm>
            <a:off x="5030216" y="5138928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5030216" y="5138928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</a:t>
            </a:r>
            <a:endParaRPr lang="en-US" sz="1000" dirty="0"/>
          </a:p>
        </p:txBody>
      </p:sp>
      <p:sp>
        <p:nvSpPr>
          <p:cNvPr id="122" name="Shape 120"/>
          <p:cNvSpPr/>
          <p:nvPr/>
        </p:nvSpPr>
        <p:spPr>
          <a:xfrm>
            <a:off x="5539232" y="51389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5539232" y="51389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124" name="Shape 122"/>
          <p:cNvSpPr/>
          <p:nvPr/>
        </p:nvSpPr>
        <p:spPr>
          <a:xfrm>
            <a:off x="6312408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6312408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126" name="Shape 124"/>
          <p:cNvSpPr/>
          <p:nvPr/>
        </p:nvSpPr>
        <p:spPr>
          <a:xfrm>
            <a:off x="7019544" y="51389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7019544" y="51389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128" name="Shape 126"/>
          <p:cNvSpPr/>
          <p:nvPr/>
        </p:nvSpPr>
        <p:spPr>
          <a:xfrm>
            <a:off x="8122920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8122920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130" name="Shape 128"/>
          <p:cNvSpPr/>
          <p:nvPr/>
        </p:nvSpPr>
        <p:spPr>
          <a:xfrm>
            <a:off x="8764016" y="51389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8764016" y="51389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>
            <a:off x="9339072" y="51389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9339072" y="51389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decide. Agents do. Git remembers.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78308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come from people in roles.yaml, bound to content, optionally signed.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56032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1460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pushes through their own work: authors do not approve their review or release.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4612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files in the repository: backlog, specs, evidence, decisions.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" y="4526280"/>
            <a:ext cx="11274552" cy="1005840"/>
          </a:xfrm>
          <a:prstGeom prst="roundRect">
            <a:avLst>
              <a:gd name="adj" fmla="val 9091"/>
            </a:avLst>
          </a:prstGeom>
          <a:solidFill>
            <a:srgbClr val="161A22"/>
          </a:solidFill>
          <a:ln w="12700">
            <a:solidFill>
              <a:srgbClr val="161A2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75488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npx vitest run test/e2e-calculator.test.ts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npm run demo:deck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sdlc · calculator demo</dc:title>
  <dc:subject>PptxGenJS Presentation</dc:subject>
  <dc:creator>PptxGenJS</dc:creator>
  <cp:lastModifiedBy>PptxGenJS</cp:lastModifiedBy>
  <cp:revision>1</cp:revision>
  <dcterms:created xsi:type="dcterms:W3CDTF">2026-10-06T22:16:58Z</dcterms:created>
  <dcterms:modified xsi:type="dcterms:W3CDTF">2026-10-06T22:16:58Z</dcterms:modified>
</cp:coreProperties>
</file>