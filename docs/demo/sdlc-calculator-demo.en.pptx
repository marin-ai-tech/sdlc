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0.14.0,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Alice Walker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review and approve the intent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(intent):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(df7cf643b6a1)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df7cf643b6a1"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(9c1adacc80d9)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c1adacc80d9"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--change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(9c1adacc80d9)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basic-arithmetic:release:9c1adacc80d9"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 must read review.md and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diff, then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01c8d1b0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0cfe6b14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0cfe6b14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61e27b64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c1db7e6c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1c54bfcd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openspec\changes\archive\2026-10-09-basic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0.14.0,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11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plan 10 · review 3; rework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44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2026-10-09T11:18:15.153Z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sha256:9c1adacc80d944ff44bbb822b6f0daf99a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ec7568d4f5e9813b4ef42f90300281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0.14.0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2026-10-09T11:18:18.124Z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0.14.0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2026-10-09T11:18:23.910Z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0.14.0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"20261009T111905403Z-ci-green-d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ad63c",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"9acc218c9dd956c149808baf1df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5cfb6a7346a2e",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71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155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155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5289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5289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58152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58152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2944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2944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396984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96984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23037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23037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80543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80543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446528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446528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41782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41782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3230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3230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22833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22833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19963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19963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208264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208264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311640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311640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48105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48105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03225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3225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13563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13563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90880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90880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61594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361594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425704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25704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496417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496417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5803392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5803392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710488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710488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7812024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7812024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1795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1795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82065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82065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052779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52779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29641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29641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2069592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2069592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710688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710688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61594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361594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4323080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4323080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5228336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5228336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737352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737352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65105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5105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721766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721766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79248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79248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902817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902817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9669272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9669272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10244328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10244328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2026-10-09T11:19:20Z</dcterms:created>
  <dcterms:modified xsi:type="dcterms:W3CDTF">2026-10-09T11:19:20Z</dcterms:modified>
</cp:coreProperties>
</file>