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0.15.2,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(246351ec8bec)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246351ec8bec"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(1.3s)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(c7066ff3fb7e)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7066ff3fb7e"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(c7066ff3fb7e)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basic-arithmetic:release:c7066ff3fb7e"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9629c043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d7a3a605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d7a3a605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1fa2ecb2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2677e607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1860bdef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openspec\changes\archive\2026-10-12-basic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0.15.2,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14 · review 4;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2026-10-12T07:20:46.860Z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sha256:c7066ff3fb7e573844f9dbfd0792c7df2e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aa3f1f39b751f97ac72b6b26a7f55f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0.15.2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2026-10-12T07:20:50.566Z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0.15.2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2026-10-12T07:20:57.597Z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0.15.2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(1.2s)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"20261012T072149508Z-ci-green-8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54112",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"a35190ab2ca95fa1c423ec1f006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379c623918baf",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2026-10-12T07:22:08Z</dcterms:created>
  <dcterms:modified xsi:type="dcterms:W3CDTF">2026-10-12T07:22:08Z</dcterms:modified>
</cp:coreProperties>
</file>