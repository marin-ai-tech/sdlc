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0.8.1,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(5c90e1c6fa00)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(5c90e1c6fa00)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7228fa65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2bf3f4be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2bf3f4be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58210da3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5341d847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b323bfed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openspec\changes\archive\2026-10-06-basic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0.8.1,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9 · plan 8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0.8.1;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2026-10-06T09:41:18.909Z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sha256:5c90e1c6fa00abfcdc680b0025b647bc90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490a56dcb3f638ca31896d2d865d4c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0.8.1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2026-10-06T09:41:21.551Z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0.8.1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2026-10-06T09:41:24.808Z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0.8.1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55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78332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8332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68857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68857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2636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2636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23037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23037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93751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93751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57860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57860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417824" y="4791456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417824" y="4791456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71932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71932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426456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26456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79399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79399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43508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3508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8142224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142224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8849360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849360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9688576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688576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46175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46175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110284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110284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1362456" y="51389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362456" y="51389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187147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87147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264464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4464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3351784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3351784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44551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44551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5096256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5096256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5671312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5671312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2026-10-06T09:41:56Z</dcterms:created>
  <dcterms:modified xsi:type="dcterms:W3CDTF">2026-10-06T09:41:56Z</dcterms:modified>
</cp:coreProperties>
</file>