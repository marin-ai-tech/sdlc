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answer 1 --change basic-arithmetic --text No: the receipt shows the total only — Alice answers the open question of the intent herself: the agent cannot.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
sdlc team accept tester — What a role says is a person's decision: refused for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decision is offered over MCP. The registry lives in openspec/sdlc.yaml with secrets as ${VAR} references; the hook allows each server only at its stages. Chapter 10 of the docs has the user cases.
sdlc mcp check — The team's MCP servers: reachable, tools listed, file writers flagged.
sdlc verify --change fix-rounding — Bob verifies himself: the CLI calls the CI server over MCP and keeps the result for the agent.
sdlc inbox list --json — The agent finds the result in its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0.22.2,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git hook .git/hooks/prepare-commit-msg: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27728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27728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02784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02784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438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6438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47256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47256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623808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23808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intent (intent.md)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intent gate.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2709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decision and cannot run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own terminal, not in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shell): sdlc approve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44418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81578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81578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81578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81578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product-owner; ask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44418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31636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68796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68796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0153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68796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answer 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--text No…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68796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to question 1 of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intent.md recorded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231636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answers the open question of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intent herself: the agent cannot.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18854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56014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56014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256014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256014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as product-owner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(3f632e3f37b9)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 ties the commit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-arithmetic): approve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gate" -m "SDLC-Approv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al: basic-arithmetic:intent: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3f632e3f37b9"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118854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72059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2059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493768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493768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(1b0572e75b43)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commit to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gate" -m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"SDLC-Approval: basic-arithmetic:review:1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b0572e75b43"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 the change to merge its delta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 into openspec/specs/.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(/sdlc:archive)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(1b0572e75b43)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 the commit to this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 approve the release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gate" -m "SDLC-Approval: basic-arithmetic:release:1b0572e75b43"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 archive the change to merge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its delta specs into openspec/specs/. (/sdlc:archive)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60b09e0c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2a1b8947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2a1b8947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4e266c03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88c0d836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bootstrap c608bb77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45536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145536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openspec\changes\archive\2026-10-16-basic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231636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341364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643116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643116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831836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team accept tester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643116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team accept` records a human decision and cannot run inside an 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0.22.2,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 (+0 by policy)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commits: 0 of 13 (SDLC-Agent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log events: 31 of 61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3 · spec 4 · plan 17 · review 3;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rework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61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2026-10-16T16:04:45.256Z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sha256:1b0572e75b438c739e026a2956f0c7e027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cb1998c250177581ae28f9ea4498bc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0.22.2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2026-10-16T16:04:48.553Z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0.22.2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2026-10-16T16:04:55.308Z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0.22.2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init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AI systems, over MCP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systems read the process over MCP; sdlc calls their servers itself. CI status becomes gate evidence, and results wait 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inbox.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mcp check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github (stdio): available, 3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list_issues, add_issue_comment,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update_issue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pipeline_status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kb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search_docs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MCP servers: reachable, tools listed,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writers flagged.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fix-rounding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ci-green (ci/pipeline_status, 0.5s)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openspec\changes\fix-rounding\verificatio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ci-green: ci/pipeline_status (MCP)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verifies himself: the CLI calls the CI server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MCP and keeps the result for the 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inbox list --json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"items":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"20261016T160551566Z-ci-green-d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db21a",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"change": "fix-rounding",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"check": "ci-green",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"server": "ci",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"tool": "pipeline_status",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"ok": true,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"result":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"status": "success",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"ref": "68a4459470daf788559f9f26828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f71346d2bd52c",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"token": "absent"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result in its inbox.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1157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1157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52288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52288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summary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87744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587744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intake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5716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5716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66241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66241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pull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127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90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3563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3563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40888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40888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10304" y="374904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10304" y="374904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init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83480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983480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sync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88873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88873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accept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2607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92607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list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831328" y="3749040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831328" y="3749040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check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802624" y="374904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802624" y="374904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170160" y="374904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170160" y="374904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7200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49453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49453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59791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59791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701288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701288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804664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804664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97408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97408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07745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07745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818083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18083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9284208" y="4096512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284208" y="4096512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import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10519664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10519664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57200" y="4443984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57200" y="4443984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1428496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428496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465832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465832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3569208" y="4443984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569208" y="4443984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4870704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4870704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5974080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974080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7209536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209536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7784592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784592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8491728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8491728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9396984" y="4443984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9396984" y="4443984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9906000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9906000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457200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57200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1494536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494536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2201672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2201672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2974848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2974848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3549904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3549904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4191000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4191000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5162296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5162296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pull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6265672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6265672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7170928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170928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check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8076184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076184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list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9047480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9047480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10018776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018776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457200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57200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1560576" y="51389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560576" y="51389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summary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2796032" y="51389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2796032" y="51389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intake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3965448" y="51389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3965448" y="51389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5134864" y="51389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5134864" y="51389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6040120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6040120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6615176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6615176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7718552" y="51389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7718552" y="51389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849172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849172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9198864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9198864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9839960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9839960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00" dirty="0"/>
          </a:p>
        </p:txBody>
      </p:sp>
      <p:sp>
        <p:nvSpPr>
          <p:cNvPr id="126" name="Shape 124"/>
          <p:cNvSpPr/>
          <p:nvPr/>
        </p:nvSpPr>
        <p:spPr>
          <a:xfrm>
            <a:off x="10547096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10547096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>
            <a:off x="457200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457200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1296416" y="5486400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1296416" y="5486400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2597912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2597912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134" name="Shape 132"/>
          <p:cNvSpPr/>
          <p:nvPr/>
        </p:nvSpPr>
        <p:spPr>
          <a:xfrm>
            <a:off x="3305048" y="548640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3305048" y="548640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4672584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4672584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5313680" y="5486400"/>
            <a:ext cx="15402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5313680" y="5486400"/>
            <a:ext cx="1540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executors token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6945376" y="548640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6945376" y="548640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export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7982712" y="548640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7982712" y="548640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check-result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9416288" y="5486400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9416288" y="5486400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list</a:t>
            </a:r>
            <a:endParaRPr lang="en-US" sz="1000" dirty="0"/>
          </a:p>
        </p:txBody>
      </p:sp>
      <p:sp>
        <p:nvSpPr>
          <p:cNvPr id="146" name="Shape 144"/>
          <p:cNvSpPr/>
          <p:nvPr/>
        </p:nvSpPr>
        <p:spPr>
          <a:xfrm>
            <a:off x="10387584" y="5486400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10387584" y="5486400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dispatch</a:t>
            </a:r>
            <a:endParaRPr lang="en-US" sz="1000" dirty="0"/>
          </a:p>
        </p:txBody>
      </p:sp>
      <p:sp>
        <p:nvSpPr>
          <p:cNvPr id="148" name="Shape 146"/>
          <p:cNvSpPr/>
          <p:nvPr/>
        </p:nvSpPr>
        <p:spPr>
          <a:xfrm>
            <a:off x="457200" y="583387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457200" y="583387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auction</a:t>
            </a:r>
            <a:endParaRPr lang="en-US" sz="1000" dirty="0"/>
          </a:p>
        </p:txBody>
      </p:sp>
      <p:sp>
        <p:nvSpPr>
          <p:cNvPr id="150" name="Shape 148"/>
          <p:cNvSpPr/>
          <p:nvPr/>
        </p:nvSpPr>
        <p:spPr>
          <a:xfrm>
            <a:off x="1626616" y="583387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1626616" y="583387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bid</a:t>
            </a:r>
            <a:endParaRPr lang="en-US" sz="1000" dirty="0"/>
          </a:p>
        </p:txBody>
      </p:sp>
      <p:sp>
        <p:nvSpPr>
          <p:cNvPr id="152" name="Shape 150"/>
          <p:cNvSpPr/>
          <p:nvPr/>
        </p:nvSpPr>
        <p:spPr>
          <a:xfrm>
            <a:off x="2531872" y="583387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2531872" y="583387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award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3569208" y="583387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5" name="Text 153"/>
          <p:cNvSpPr txBox="1"/>
          <p:nvPr/>
        </p:nvSpPr>
        <p:spPr>
          <a:xfrm>
            <a:off x="3569208" y="583387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claim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4606544" y="5833872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7" name="Text 155"/>
          <p:cNvSpPr txBox="1"/>
          <p:nvPr/>
        </p:nvSpPr>
        <p:spPr>
          <a:xfrm>
            <a:off x="4606544" y="5833872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heartbeat</a:t>
            </a:r>
            <a:endParaRPr lang="en-US" sz="1000" dirty="0"/>
          </a:p>
        </p:txBody>
      </p:sp>
      <p:sp>
        <p:nvSpPr>
          <p:cNvPr id="158" name="Shape 156"/>
          <p:cNvSpPr/>
          <p:nvPr/>
        </p:nvSpPr>
        <p:spPr>
          <a:xfrm>
            <a:off x="5908040" y="583387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5908040" y="583387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release</a:t>
            </a:r>
            <a:endParaRPr lang="en-US" sz="1000" dirty="0"/>
          </a:p>
        </p:txBody>
      </p:sp>
      <p:sp>
        <p:nvSpPr>
          <p:cNvPr id="160" name="Shape 158"/>
          <p:cNvSpPr/>
          <p:nvPr/>
        </p:nvSpPr>
        <p:spPr>
          <a:xfrm>
            <a:off x="7077456" y="583387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1" name="Text 159"/>
          <p:cNvSpPr txBox="1"/>
          <p:nvPr/>
        </p:nvSpPr>
        <p:spPr>
          <a:xfrm>
            <a:off x="7077456" y="583387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submit</a:t>
            </a:r>
            <a:endParaRPr lang="en-US" sz="1000" dirty="0"/>
          </a:p>
        </p:txBody>
      </p:sp>
      <p:sp>
        <p:nvSpPr>
          <p:cNvPr id="162" name="Shape 160"/>
          <p:cNvSpPr/>
          <p:nvPr/>
        </p:nvSpPr>
        <p:spPr>
          <a:xfrm>
            <a:off x="8180832" y="583387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3" name="Text 161"/>
          <p:cNvSpPr txBox="1"/>
          <p:nvPr/>
        </p:nvSpPr>
        <p:spPr>
          <a:xfrm>
            <a:off x="8180832" y="583387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reopen</a:t>
            </a:r>
            <a:endParaRPr lang="en-US" sz="1000" dirty="0"/>
          </a:p>
        </p:txBody>
      </p:sp>
      <p:sp>
        <p:nvSpPr>
          <p:cNvPr id="164" name="Shape 162"/>
          <p:cNvSpPr/>
          <p:nvPr/>
        </p:nvSpPr>
        <p:spPr>
          <a:xfrm>
            <a:off x="9284208" y="5833872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5" name="Text 163"/>
          <p:cNvSpPr txBox="1"/>
          <p:nvPr/>
        </p:nvSpPr>
        <p:spPr>
          <a:xfrm>
            <a:off x="9284208" y="5833872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166" name="Shape 164"/>
          <p:cNvSpPr/>
          <p:nvPr/>
        </p:nvSpPr>
        <p:spPr>
          <a:xfrm>
            <a:off x="9991344" y="5833872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7" name="Text 165"/>
          <p:cNvSpPr txBox="1"/>
          <p:nvPr/>
        </p:nvSpPr>
        <p:spPr>
          <a:xfrm>
            <a:off x="9991344" y="5833872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168" name="Shape 166"/>
          <p:cNvSpPr/>
          <p:nvPr/>
        </p:nvSpPr>
        <p:spPr>
          <a:xfrm>
            <a:off x="10698480" y="5833872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9" name="Text 167"/>
          <p:cNvSpPr txBox="1"/>
          <p:nvPr/>
        </p:nvSpPr>
        <p:spPr>
          <a:xfrm>
            <a:off x="10698480" y="5833872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2026-10-16T16:06:22Z</dcterms:created>
  <dcterms:modified xsi:type="dcterms:W3CDTF">2026-10-16T16:06:22Z</dcterms:modified>
</cp:coreProperties>
</file>