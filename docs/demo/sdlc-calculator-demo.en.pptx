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0.23.2,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(399e11488c29)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399e11488c29"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(9d42f5b6d4b3)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d42f5b6d4b3"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(9d42f5b6d4b3)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basic-arithmetic:release:9d42f5b6d4b3"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70e703af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570f14b2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570f14b2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a47f201e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b91bc189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3d92b77e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belongs at openspec/changes/fix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-rounding/review.md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again.; review.md belongs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openspec/changes/voice-input/review.md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0.23.2,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33 of 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16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2026-10-18T07:40:53.720Z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sha256:9d42f5b6d4b3d84999138004781b26bf1e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81ecdf1814b1080690b954aea061e2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0.23.2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2026-10-18T07:40:56.588Z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0.23.2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2026-10-18T07:41:02.664Z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0.23.2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"20261018T074156793Z-ci-green-d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04ca9",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"be77f0dbb0a8758658e1211b191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417752eb59660",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propose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3752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3752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show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7108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108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apply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74464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74464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dismiss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0992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992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4725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725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5251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5251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951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951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5003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003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362456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3752" y="4096512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33752" y="4096512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34864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34864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72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72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75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75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78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78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482328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5174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65174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605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5605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6395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6395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767328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0804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0804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91667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1667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02004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2004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2154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32154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57200" y="4791456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791456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9265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69265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677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2677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748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9748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880104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880104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38912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38912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49249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9249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5298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298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3696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23696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1014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01014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85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85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2262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2262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9759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759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362456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362456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267712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267712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239008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239008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210304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210304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524764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24764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35101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35101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58647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58647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92530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92530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83056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83056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56057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56057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33375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33375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04088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304088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68198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68198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3891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3891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03021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03021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86943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86943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1709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1709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787806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87806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2456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2456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88669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88669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1494536" y="583387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1494536" y="583387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928112" y="583387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2928112" y="583387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3899408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3899408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13486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13486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30428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30428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209536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209536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246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246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284208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284208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58570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58570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2026-10-18T07:42:31Z</dcterms:created>
  <dcterms:modified xsi:type="dcterms:W3CDTF">2026-10-18T07:42:31Z</dcterms:modified>
</cp:coreProperties>
</file>