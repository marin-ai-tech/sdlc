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0.6.3,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55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a terminal outside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agent.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(e9d5638215e4)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(e9d5638215e4)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8bd3f527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8bd3f527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9d267f10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2a0a0907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ced6aada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ef669d1c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0.6.3,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0.6.3;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2026-10-04T19:50:38.766Z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2026-10-04T19:50:44.549Z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2026-10-04T19:50:47.563Z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0.6.3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2026-10-04T19:50:54.441Z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48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9453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9453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9979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9979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920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920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6744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6744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74080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74080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7745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7745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8083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083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5024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5024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45362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5362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65832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465832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37128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37128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446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7446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77840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77840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793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793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82712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982712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18168" y="409651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18168" y="409651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93224" y="409651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793224" y="409651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0036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0036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6621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621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06959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06959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069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069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814064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814064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89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89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360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360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26567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26567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84072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4072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944104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944104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717280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17280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9424416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424416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065512" y="4443984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065512" y="4443984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8054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8054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51256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51256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35178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35178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12496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12496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76605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76605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47319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47319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378448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78448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88746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8746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6606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6606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36777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36777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471152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471152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0462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0462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2026-10-04T19:51:18Z</dcterms:created>
  <dcterms:modified xsi:type="dcterms:W3CDTF">2026-10-04T19:51:18Z</dcterms:modified>
</cp:coreProperties>
</file>