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0.14.5,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(df7cf643b6a1)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df7cf643b6a1"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(7f2e33b07f21)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f2e33b07f21"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(7f2e33b07f21)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basic-arithmetic:release:7f2e33b07f21"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68068be4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657b5c53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657b5c53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0acc4321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768bdbcc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b131b70d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openspec\changes\archive\2026-10-09-basic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0.14.5,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plan 11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2026-10-09T21:29:25.383Z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sha256:7f2e33b07f21c8d5b17934994b95a599ab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c149f46ca1ab5677b168e1f0322784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0.14.5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2026-10-09T21:29:28.216Z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0.14.5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2026-10-09T21:29:33.745Z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0.14.5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"20261009T213014111Z-ci-green-5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4ac44",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"29d0896091df3e0c2abc6824c88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a70ac4517a4b4",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2026-10-09T21:30:29Z</dcterms:created>
  <dcterms:modified xsi:type="dcterms:W3CDTF">2026-10-09T21:30:29Z</dcterms:modified>
</cp:coreProperties>
</file>