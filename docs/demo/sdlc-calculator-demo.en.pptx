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0.10.0,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64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674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3674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40120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40120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16672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16672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(e1ad15ea9d87)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(e1ad15ea9d87)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c5112f50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e4689e12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e4689e12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91e4cc39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2160d122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3894ed3d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openspec\changes\archive\2026-10-07-basic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0.10.0,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9 · plan 9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0.10.0;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2026-10-07T13:36:22.758Z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sha256:e1ad15ea9d87bf2b7858610d3286b407cf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7dad20136ebebb77a89d1a2b19ffc1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0.10.0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2026-10-07T13:36:25.643Z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0.10.0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2026-10-07T13:36:30.395Z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0.10.0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(1.4s)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0.8s)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"20261007T133720640Z-ci-green-3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67431",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"981f0bffbaca6272e42788b096b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a742e3fa1444e",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63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1141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1141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87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87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521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21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5550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5550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266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6266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2999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2999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83336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3336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3674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674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2000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842000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13296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13296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8506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506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954008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4008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25550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5550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69265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9265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6771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6771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97484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97484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8010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8010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8912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38912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92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92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2983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2983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236968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6968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812024" y="4443984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12024" y="4443984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45312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45312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424416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424416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32967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32967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4284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4284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399792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399792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37128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37128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540504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40504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70992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70992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6151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6151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9023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9023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9360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9360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66784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66784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977392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977392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415016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415016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457200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7200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75869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75869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465832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465832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83336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83336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474464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474464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518160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18160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8873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8873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67279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67279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50112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50112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8142224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8142224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884936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884936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9754616" y="51389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754616" y="51389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0263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0263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1036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1036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15605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15605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22016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22016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27767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27767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2026-10-07T13:37:30Z</dcterms:created>
  <dcterms:modified xsi:type="dcterms:W3CDTF">2026-10-07T13:37:30Z</dcterms:modified>
</cp:coreProperties>
</file>