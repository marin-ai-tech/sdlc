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0.15.0,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(ca0a7835fb5a)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ca0a7835fb5a"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(0.9s)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(c3289403791c)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3289403791c"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(c3289403791c)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basic-arithmetic:release:c3289403791c"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092cd6b1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0afcb046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0afcb046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ce5b594d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1c8e641e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14ee937d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openspec\changes\archive\2026-10-11-basic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0.15.0,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1 · plan 11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45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2026-10-11T18:46:33.939Z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sha256:c3289403791c5c9047737a9b7d4a0e7cb9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28d813abfdda02a1bf29080209a8be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0.15.0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2026-10-11T18:46:36.890Z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0.15.0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2026-10-11T18:46:42.064Z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0.15.0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"20261011T184723201Z-ci-green-b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47656",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"171520b4e27bb6452f9a787e7c1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b2e6a86434c44",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2026-10-11T18:47:37Z</dcterms:created>
  <dcterms:modified xsi:type="dcterms:W3CDTF">2026-10-11T18:47:37Z</dcterms:modified>
</cp:coreProperties>
</file>