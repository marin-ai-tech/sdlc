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0.9.1,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files: 64 created, 0 updated,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0592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720592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93674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93674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040120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040120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75576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75576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16672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16672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Alice Walker (product-owner)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must review and approve the intent gate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(intent): sdlc approve intent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--as product-owner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 decision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cannot run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intent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 product-owner;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 (adecb64c45af)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 (proposal.md)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the spec gate. (/sdlc:spec)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(15207f0f3042)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Carol Hughes (code-owner)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must read review.md and the diff, then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gate: sdlc approve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--change basic-arithmetic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(15207f0f3042)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Carol Hughes (code-owner) must read review.md and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diff, then approve the review gate: sdlc approve review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5076f215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7f9bc81a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7f9bc81a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016d3b4b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352090ab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valid bbd1c6b0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openspec\changes\archive\2026-10-07-basic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0.9.1,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spec 9 · plan 9 · review 3;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rework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recorded with sdlc 0.9.1; licenses: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43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2026-10-07T10:13:21.903Z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sha256:15207f0f3042ddb9dcece8aec4d12c856b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747402af622946b7c55efdb406e49b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0.9.1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2026-10-07T10:13:24.897Z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0.9.1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2026-10-07T10:13:28.430Z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0.9.1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0.5s)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"20261007T101406690Z-ci-green-b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80419",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"2742131fbd21da8c5c880624e29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ea2638c4bbb62",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60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577840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577840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01141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01141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48752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48752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152128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152128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0255504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255504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7200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62661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62661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72999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72999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83336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83336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936744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936744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842000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842000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813296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813296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8506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8506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954008" y="4096512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954008" y="4096512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0255504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0255504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57200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57200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1692656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692656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2267712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267712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974848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974848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880104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880104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4389120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4389120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5492496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492496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6529832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6529832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7236968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236968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7812024" y="4443984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7812024" y="4443984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8453120" y="4443984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453120" y="4443984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9424416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9424416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10329672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0329672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457200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457200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1428496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1428496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2399792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2399792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305048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305048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3880104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3880104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4983480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4983480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5756656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5756656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6463792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6463792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7104888" y="4791456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104888" y="4791456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7944104" y="4791456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7944104" y="4791456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9245600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9245600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9952736" y="4791456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9952736" y="4791456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457200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457200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1098296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1098296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1805432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1805432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2512568" y="51389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2512568" y="51389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3351784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3351784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4124960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4124960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4766056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4766056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5473192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5473192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6378448" y="51389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6378448" y="51389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6887464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6887464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7660640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7660640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8367776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8367776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9471152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9471152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10112248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10112248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10687304" y="51389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10687304" y="51389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2026-10-07T10:14:13Z</dcterms:created>
  <dcterms:modified xsi:type="dcterms:W3CDTF">2026-10-07T10:14:13Z</dcterms:modified>
</cp:coreProperties>
</file>