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0.25.0,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(807f8a04ffae)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807f8a04ffae"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(46bc4626e33e)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6bc4626e33e"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(46bc4626e33e)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basic-arithmetic:release:46bc4626e33e"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d01987c0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93cc66b0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93cc66b0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dff34b3b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20bb2474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d517f291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openspec\changes\archive\2026-10-21-basic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0.25.0,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18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2026-10-21T08:11:15.845Z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sha256:46bc4626e33e438391481df9e302fecf79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04a4f5118eda0a84614092b59889a5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0.25.0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2026-10-21T08:11:18.945Z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0.25.0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2026-10-21T08:11:25.441Z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0.25.0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"20261021T081224375Z-ci-green-3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eb7ae",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"622db90eb1aca4573ef67294a2b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20b4b9741d4cd",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2026-10-21T08:13:01Z</dcterms:created>
  <dcterms:modified xsi:type="dcterms:W3CDTF">2026-10-21T08:13:01Z</dcterms:modified>
</cp:coreProperties>
</file>