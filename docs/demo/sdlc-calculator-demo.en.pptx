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0.15.4,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(246351ec8bec)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246351ec8bec"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(a926d27ef760)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926d27ef760"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(a926d27ef760)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basic-arithmetic:release:a926d27ef760"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a5357fd4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5b5d78ae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5b5d78ae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803956c6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e6660de3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e84d864b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openspec\changes\archive\2026-10-12-basic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0.15.4,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13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2026-10-12T10:37:49.467Z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sha256:a926d27ef7602348df7c9ff8d297a9a9b2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04d040d0163779271132d900e1977d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0.15.4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2026-10-12T10:37:52.517Z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0.15.4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2026-10-12T10:37:58.642Z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0.15.4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"20261012T103845856Z-ci-green-c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5ba35",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"f070fd3e991dbee7473eb016ca0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a8bebfdb56c1c",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2026-10-12T10:39:02Z</dcterms:created>
  <dcterms:modified xsi:type="dcterms:W3CDTF">2026-10-12T10:39:02Z</dcterms:modified>
</cp:coreProperties>
</file>