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0.14.7,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(ca0a7835fb5a)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ca0a7835fb5a"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(a0bc17763e43)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0bc17763e43"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(a0bc17763e43)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basic-arithmetic:release:a0bc17763e43"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7b23c1f3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0abaa1a3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0abaa1a3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e1f24962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66be5a87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319d380c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openspec\changes\archive\2026-10-11-basic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0.14.7,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2 · plan 11 · review 3; rework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2026-10-11T17:31:02.746Z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sha256:a0bc17763e4332b307ea1435a7268b67ea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0778acd66fdbe2c28977751a7ef077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0.14.7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2026-10-11T17:31:05.733Z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0.14.7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2026-10-11T17:31:11.157Z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0.14.7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"20261011T173152343Z-ci-green-0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1b96e",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"5ea7e36f5375dcc3503b1be8c99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4411ddd532154",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2026-10-11T17:32:07Z</dcterms:created>
  <dcterms:modified xsi:type="dcterms:W3CDTF">2026-10-11T17:32:07Z</dcterms:modified>
</cp:coreProperties>
</file>