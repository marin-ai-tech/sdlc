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0.16.2,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(246351ec8bec)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246351ec8bec"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(5a26fd14d3b1)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a26fd14d3b1"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(5a26fd14d3b1)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basic-arithmetic:release:5a26fd14d3b1"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dc1bb17a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6cb23d80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6cb23d80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5120b2b7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5aa2ca98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dd79449c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openspec\changes\archive\2026-10-12-basic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0.16.2,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14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2026-10-12T14:45:35.851Z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sha256:5a26fd14d3b15ccc118360026c58c0b693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d03c7733c25a425a605e699faf6440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0.16.2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2026-10-12T14:45:38.933Z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0.16.2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2026-10-12T14:45:45.198Z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0.16.2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"20261012T144633255Z-ci-green-e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2ddd2",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"280019eec5165fcbd633f583552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f6c5d186a19a8",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2026-10-12T14:46:52Z</dcterms:created>
  <dcterms:modified xsi:type="dcterms:W3CDTF">2026-10-12T14:46:52Z</dcterms:modified>
</cp:coreProperties>
</file>