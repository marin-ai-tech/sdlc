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0.7.0,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files: 61 created, 0 updated,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0592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720592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99024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99024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344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344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7557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7557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4515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4515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7485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7485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519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19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9552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9552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product-owner must review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approve the intent gate (intent):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 decision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cannot run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a terminal outside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agent.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 product-owner;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 (adecb64c45af)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 (proposal.md)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the spec gate. (/sdlc:spec)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(1.1s)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(6a48421629cb)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code owner must read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review.md and the diff, then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(6a48421629cb)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 code owner must read review.md and the diff, then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gate: sdlc approve review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d92f764e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d92f764e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unsigned 00b2480e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e72b772d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c000549d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2539b36f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openspec\changes\archive\2026-10-05-basic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0.7.0,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recorded with sdlc 0.7.0; licenses: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32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2026-10-05T08:25:09.774Z  deferred.added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Bob Turner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&lt;bob@calc.example&gt; - D1 Division by zero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shows an error [sdlc 0.7.0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2026-10-05T08:25:15.863Z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0.7.0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2026-10-05T08:25:18.850Z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0.7.0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2026-10-05T08:25:25.694Z  change.archived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50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57784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7784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615176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15176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718552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18552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82192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2192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925304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925304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56057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56057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66395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66395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6732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6732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67258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67258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4388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64388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8121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8121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784592" y="409651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784592" y="409651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0860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0860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03225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03225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73939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73939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64464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4464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15366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15366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425704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425704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29437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29437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001512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001512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6576568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76568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7547864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547864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845312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45312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902817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902817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0131552" y="4443984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131552" y="4443984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0904728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904728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5720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5720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1098296" y="4791456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098296" y="4791456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24658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24658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3106928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3106928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3814064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3814064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4521200" y="4791456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4521200" y="4791456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5360416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5360416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613359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613359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6774688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774688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7481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7481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8387080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387080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8896096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896096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966927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966927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10376408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10376408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103225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103225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2026-10-05T08:25:50Z</dcterms:created>
  <dcterms:modified xsi:type="dcterms:W3CDTF">2026-10-05T08:25:50Z</dcterms:modified>
</cp:coreProperties>
</file>