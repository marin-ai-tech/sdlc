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three-person team builds a till calculator with AI agents. Everything shown was produced by an automated end-to-end test, so the outputs are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Separation rules: the author of the code does not approve its review or release; spec and review, plan and review need different people; at most three gates per person. An agent cannot edit the file.
sdlc roles check — Who holds which role.
sdlc roles migrate — An agent cannot write the roles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an approved artifact changes, the approval goes stale and must be given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Alice installs sdlc for Claude Code and OpenCode; an agent makes the repository AI-ready.
sdlc init --tools claude,opencode --statusline — Alice installs sdlc for Claude Code and OpenCode, with the status line.
sdlc layout check — Is the project AI-ready? Not yet.
sdlc layout scaffold — The agent creates AGENTS.md, CLAUDE.md and the docs skeleton.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Does the till need its own calculator? The agent researches and writes a recommendation; nothing is decided yet.
sdlc explore calculator — The agent opens an exploration: does the till need its own calculator?
sdlc explore list — Explorations in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Items carry an outcome, acceptance criteria and dependencies. Moving and dropping items is a product decision.
sdlc backlog add Basic arithmetic --epic E1 --kind feature --risk low --outcome add, subtract, multiply and divide --accept 2 + 3 = 5 --accept 10 / 4 = 2.5 --source-type exploration --source-ref openspec/explorations/calculator.md — First item, from the exploration.
sdlc backlog move B3 --before B2 — Priority is a person's decision: refused for the agent.
sdlc backlog list — The backlog with readiness and the epic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`next` points at the ready item; the change starts with a draft intent. The track is suggested, but only a person may choose it.
sdlc next — No active change: next proposes the backlog item.
sdlc backlog start B1 --change basic-arithmetic — A change with a draft intent from the item.
sdlc status --change basic-arithmetic — The stepper: intent is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cannot approve. Bob is not the product owner. Alice approves the intent and the spec; Bob, the engineer, the plan.
sdlc approve intent --change basic-arithmetic — The agent cannot approve.
sdlc approve intent --change basic-arithmetic — Bob is not the product owner.
sdlc answer 1 --change basic-arithmetic --text No: the receipt shows the total only — Alice answers the open question of the intent herself: the agent cannot.
sdlc approve intent --change basic-arithmetic — Alice approves the intent.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OpenSpec does the spec work through its JSON CLI: changes, artifact instructions, validation and the delta merge on archive. /opsx:* commands keep working on the same folder.
sdlc openspec list — OpenSpec lists the change like any of its own.
sdlc openspec status --change basic-arithmetic — Artifact completion by the sdlc schema, computed by OpenSpec.
sdlc openspec show basic-arithmetic --json --deltas-only — The change as OpenSpec sees it: the ADDED requirement and its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sdlc validate runs openspec validate --strict and adds checks OpenSpec lacks: delta targets exist, ADDED does not collide, overlaps between open changes.
sdlc validate --change basic-arithmetic — The first draft has a requirement without a scenario: strict validation refuses it.
sdlc validate --change basic-arithmetic — With the scenarios added, OpenSpec strict validation and the delta target checks pass.
sdlc openspec schema validate sdlc — The sdlc schema is a standard OpenSpec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Bob writes the code on a branch. `verify` runs the real checks and records the evidence; every spec scenario needs a row.
sdlc verify --change basic-arithmetic — Real checks, recorded evidence.
sdlc verify --check --change basic-arithmetic — Every scenario has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pass and lens is covered or says what was checked. One finding is deferred to the registry. Bob wrote the code, so Carol approves.
sdlc roles who review --change basic-arithmetic --base main — Who may approve the review: not Bob, he wrote the code.
sdlc approve review --change basic-arithmetic — Bob is the author: refused.
sdlc approve review --change basic-arithmetic — Carol approves the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Signing modes: off (no signatures), warn (report), required (CI fails). A commit signed by Bob with Alice's email is reported as wrong-signer.
sdlc approve release --change basic-arithmetic — Alice authorizes the release.
sdlc approvals verify — Signed approvals check (warn mode): Alice and Carol sign; Bob's plan approval is unsigned, reported but not blocking.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sdlc archive re-checks the gates, then OpenSpec merges the delta into openspec/specs. The requirement now lives in the spec; B1 closes.
sdlc archive basic-arithmetic --yes — The delta merges into the living spec; B1 closes.
sdlc openspec list --specs — The calculator capability is now a living spec.
sdlc openspec show calculator --type spec — The living spec holds the requirement the change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refusal in the demo, with the reason the CLI gave. Decisions stay with people and are recorded.
sdlc adopt --apply — Applying the draft is a person's decision: refused for the agent.
sdlc roles migrate — An agent cannot write the roles file.
sdlc backlog move B3 --before B2 — Priority is a person's decision: refused for the agent.
sdlc track set lite --change basic-arithmetic — An agent cannot pick the lite track.
sdlc approve intent --change basic-arithmetic — The agent cannot approve.
sdlc approve intent --change basic-arithmetic — Bob is not the product owner.
sdlc validate --change basic-arithmetic — The first draft has a requirement without a scenario: strict validation refuses it.
sdlc approve review --change basic-arithmetic — Bob is the author: refused.
sdlc tests unlock --change fix-rounding — Unlocking is a person's decision.
sdlc team accept tester — What a role says is a person's decision: refused for the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 fixes go on the lite track with tests locked first. Alice rejects voice input with a reason and waives the release step for an internal fix.
sdlc tests lock --change fix-rounding — Tests are locked: the failing test is the proof.
sdlc reject intent --change voice-input --note Tills are in noisy shops — Alice rejects it with a reason.
sdlc waive release --change fix-rounding --note Internal library, no release step — A recorded waiver.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epic and its tickets from BMAD-METHOD become backlog items with their dependencies.
sdlc import bmad _bmad-output/epic-scientific --to-backlog — Epic and tickets from BMAD become backlog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scripts/examples/dashboard-watch.mjs watches openspec/ and rebuilds reports/dashboard.html; examples run it as a Windows task, a systemd or launchd service, or a CI step.
sdlc status — Every active change.
sdlc audit — Lead times and first-pass rate.
sdlc log --limit 15 — Who did what, with the sdlc version and license.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decision is offered over MCP. The registry lives in openspec/sdlc.yaml with secrets as ${VAR} references; the hook allows each server only at its stages. Chapter 10 of the docs has the user cases.
sdlc mcp check — The team's MCP servers: reachable, tools listed, file writers flagged.
sdlc verify --change fix-rounding — Bob verifies himself: the CLI calls the CI server over MCP and keeps the result for the agent.
sdlc inbox list --json — The agent finds the result in its inbox.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is an acceptance test: it fails if a command is missing from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Approvals come from people in roles.yaml, bound to content, optionally signed. Nobody pushes through their own work: authors do not approve their review or release. Everything is files in the repository: backlog, specs, evidence,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92024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calculator with sdlc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71800"/>
            <a:ext cx="90196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of the SDLC harness, on one small real project. People decide,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do the work.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2647188" cy="420624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26471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· product owner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2988" y="5669280"/>
            <a:ext cx="2647188" cy="420624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2988" y="5669280"/>
            <a:ext cx="26471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· engineer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08776" y="5669280"/>
            <a:ext cx="2647188" cy="420624"/>
          </a:xfrm>
          <a:prstGeom prst="roundRect">
            <a:avLst>
              <a:gd name="adj" fmla="val 50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08776" y="5669280"/>
            <a:ext cx="26471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· reviewer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084564" y="5669280"/>
            <a:ext cx="2647188" cy="420624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84564" y="5669280"/>
            <a:ext cx="26471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 and who may approve what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live in openspec/roles.yaml, versioned in git. The file names people, their emails and signing keys, and the separation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47188" cy="205740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6474" y="1783080"/>
            <a:ext cx="548640" cy="548640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0647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23160"/>
            <a:ext cx="24643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Walker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0720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80720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product-owner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8152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release-manager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35584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35584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2988" y="1600200"/>
            <a:ext cx="2647188" cy="205740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2262" y="1783080"/>
            <a:ext cx="548640" cy="548640"/>
          </a:xfrm>
          <a:prstGeom prst="ellipse">
            <a:avLst/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8226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24428" y="2423160"/>
            <a:ext cx="24643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Turner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15868" y="280720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15868" y="280720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15868" y="308152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15868" y="308152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tech-lead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15868" y="335584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15868" y="335584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code-owner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08776" y="1600200"/>
            <a:ext cx="2647188" cy="205740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58050" y="1783080"/>
            <a:ext cx="548640" cy="54864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5805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300216" y="2423160"/>
            <a:ext cx="24643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Hughes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91656" y="280720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91656" y="280720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91656" y="308152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91656" y="308152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code-owner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84564" y="1600200"/>
            <a:ext cx="2647188" cy="2057400"/>
          </a:xfrm>
          <a:prstGeom prst="roundRect">
            <a:avLst>
              <a:gd name="adj" fmla="val 444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33838" y="1783080"/>
            <a:ext cx="548640" cy="54864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3383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176004" y="2423160"/>
            <a:ext cx="24643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267444" y="2807208"/>
            <a:ext cx="2281428" cy="228600"/>
          </a:xfrm>
          <a:prstGeom prst="roundRect">
            <a:avLst>
              <a:gd name="adj" fmla="val 4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267444" y="2807208"/>
            <a:ext cx="22814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roles: never approves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3931920"/>
            <a:ext cx="5500116" cy="1783080"/>
          </a:xfrm>
          <a:prstGeom prst="roundRect">
            <a:avLst>
              <a:gd name="adj" fmla="val 512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4069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4360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814316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4462272"/>
            <a:ext cx="5225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roles check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594360" y="4754880"/>
            <a:ext cx="52257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Name          Roles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alice  Alice Walker  product-owner, release-manager, maintainer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    Bob Turner    engineer, tech-lead, code-owner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carol  Carol Hughes  engineer, code-owner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5788152"/>
            <a:ext cx="5500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holds which role.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31636" y="3931920"/>
            <a:ext cx="5500116" cy="1783080"/>
          </a:xfrm>
          <a:prstGeom prst="roundRect">
            <a:avLst>
              <a:gd name="adj" fmla="val 512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68796" y="4069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68796" y="4069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10588752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exit 1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368796" y="4462272"/>
            <a:ext cx="5225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roles migrate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368796" y="4754880"/>
            <a:ext cx="52257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a person may migrate roles.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Run it yourself in your own terminal, not in the agent chat (a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`!` command there runs in the agent's shell): sdlc roles migrate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231636" y="5788152"/>
            <a:ext cx="5500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cannot write the roles file.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path of a change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idea is explored, lands in the backlog, becomes a change and passes gates. Each gate is approved by a person, bound to the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content.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9264" y="2464308"/>
            <a:ext cx="10250424" cy="27432"/>
          </a:xfrm>
          <a:prstGeom prst="rect">
            <a:avLst/>
          </a:prstGeom>
          <a:solidFill>
            <a:srgbClr val="C5CAD3"/>
          </a:solidFill>
          <a:ln w="12700">
            <a:solidFill>
              <a:srgbClr val="C5CA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99796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79016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79016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38732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17952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17952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77668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56888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56888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816604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195824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95824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55540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34760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4760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094476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73696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73696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33412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12632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12632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72348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751568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51568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511284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890504" y="2148840"/>
            <a:ext cx="658368" cy="658368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890504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650220" y="2880360"/>
            <a:ext cx="113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57784" y="3611880"/>
            <a:ext cx="1961896" cy="2743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7784" y="3749040"/>
            <a:ext cx="1961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557784" y="4114800"/>
            <a:ext cx="1961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the idea, then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it as backlog items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outcome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835656" y="3611880"/>
            <a:ext cx="6517640" cy="2743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35656" y="3749040"/>
            <a:ext cx="651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approved by people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2835656" y="4114800"/>
            <a:ext cx="651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write intent, spec, plan, code, evidence and review; a person with the right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approves each.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69272" y="3611880"/>
            <a:ext cx="1961896" cy="27432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669272" y="3749040"/>
            <a:ext cx="1961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669272" y="4114800"/>
            <a:ext cx="1961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release manager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authorises; the delta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into the living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" y="5532120"/>
            <a:ext cx="11274552" cy="685800"/>
          </a:xfrm>
          <a:prstGeom prst="roundRect">
            <a:avLst>
              <a:gd name="adj" fmla="val 1333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85800" y="5532120"/>
            <a:ext cx="10817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layer: OpenSpec (changes, delta specs, validation, living specs). sdlc adds the people, gates, evidence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around 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Setup: one command, two tools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installs sdlc for Claude Code and OpenCode; an agent makes the repository AI-ready.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init --tools claude,opencode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--statusline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harness initialized in till-calculator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OpenSpec: created openspec/ (via openspec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init), default schema: sdlc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config: created openspec/sdlc.yaml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(enforcement: warn)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verify.commands detected: npm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(package.json scripts.test)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 policy: created REVIEW.md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tools: Claude Code, OpenCode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sdlc 0.15.3, license: community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(PolyForm-Noncommercial-1.0.0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sdlc-Additional-Permissions-1.0)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 hook .git/hooks/prepare-commit-msg: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installs sdlc for Claude Code and OpenCode,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status line.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layout check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| Status | Path | Purpose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agents-guide | missing | - | Main guide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coding agents (read by OpenCode; imported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by CLAUDE.md).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claude-guide | missing | - | Thin Claude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 entry point: imports AGENTS.md, adds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Claude-only notes.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 | canonical | README.md | What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 is and how a person starts with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review-policy | canonical | REVIEW.md |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 passes and severities used by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/sdlc:review.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 | missing | - | System map: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modules, boundaries, data flows, external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project AI-ready? Not yet.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layout scaffold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Created: AGENTS.md, CLAUDE.md,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docs/architecture.md, docs/conventions.md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, docs/glossary.md, docs/runbook.md,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docs/security.md, docs/decisions/0001-rec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ord-architecture-decisions.md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Kept: README.md, REVIEW.md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creates AGENTS.md, CLAUDE.md and the docs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0280" y="6053328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0280" y="6053328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47416" y="6053328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47416" y="6053328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4552" y="6053328"/>
            <a:ext cx="6817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54552" y="6053328"/>
            <a:ext cx="68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27728" y="6053328"/>
            <a:ext cx="4836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27728" y="6053328"/>
            <a:ext cx="48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02784" y="6053328"/>
            <a:ext cx="5496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02784" y="6053328"/>
            <a:ext cx="54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43880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643880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adapt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47256" y="6053328"/>
            <a:ext cx="11440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47256" y="6053328"/>
            <a:ext cx="114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convert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982712" y="6053328"/>
            <a:ext cx="5496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982712" y="6053328"/>
            <a:ext cx="54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623808" y="6053328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23808" y="6053328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before committing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till need its own calculator? The agent researches and writes a recommendation; nothing is decided yet.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500116" cy="4206240"/>
          </a:xfrm>
          <a:prstGeom prst="roundRect">
            <a:avLst>
              <a:gd name="adj" fmla="val 2174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814316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5225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explore calculator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68880"/>
            <a:ext cx="522579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 exploration openspec/explorations/calculator.md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925312"/>
            <a:ext cx="5500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opens an exploration: does the till need its own calculator?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1636" y="1645920"/>
            <a:ext cx="5500116" cy="4206240"/>
          </a:xfrm>
          <a:prstGeom prst="roundRect">
            <a:avLst>
              <a:gd name="adj" fmla="val 2174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68796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68796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68796" y="2176272"/>
            <a:ext cx="5225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explore list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68796" y="2468880"/>
            <a:ext cx="522579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  openspec/explorations/calculator.md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231636" y="5925312"/>
            <a:ext cx="5500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Explorations in the project.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backlog: agents propose, people prioritise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carry an outcome, acceptance criteria and dependencies. Moving and dropping items is a product decision.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backlog add Basic arithmetic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--epic E1 --kind feature --risk low …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 Basic arithmetic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item, from the exploration.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exit 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backlog move B3 --before B2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Backlog priority is a product decision. Ask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 person to run this command.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Run it yourself in your own terminal,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 in the agent chat (a `!` command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there runs in the agent's shell): sdlc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backlog move B3 --before B2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is a person's decision: refused for the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backlog list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 Calculator MVP  ░░░░░░░░░░  0/3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Status  Ready  Title             Change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  open    ✓      Basic arithmetic  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  open    -      Memory M+ / MR    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 open    -      Percent           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Unassigned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Status   Ready  Title       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B4  dropped  -      Scientific notation  -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backlog with readiness and the epic bar.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0280" y="6053328"/>
            <a:ext cx="12760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0280" y="6053328"/>
            <a:ext cx="1276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epic add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07816" y="6053328"/>
            <a:ext cx="13421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07816" y="6053328"/>
            <a:ext cx="1342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epic edit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41392" y="6053328"/>
            <a:ext cx="9458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41392" y="6053328"/>
            <a:ext cx="945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add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78728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78728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move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182104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82104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edit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85480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85480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drop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388856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388856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next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item to change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`next` points at the ready item; the change starts with a draft intent. The track is suggested, but only a person may choose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next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B1: Start backlog item B1: Basic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arithmetic.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backlog start B1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change: next proposes the backlog item.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backlog start B1 --change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Started B1 as basic-arithmetic.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agent — Write intent (intent.md) for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 intent gate. (/sdlc:intent)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with a draft intent from the item.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status --change basic-arithmetic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  [feature · risk low 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full track · schema sdlc]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stage     Plan (intent)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  backlog B1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artifacts intent ✓  proposal ○  specs ·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design ·  plan ·  tasks 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intent ● ─ spec ○ ─ plan ○ ─ build ○ 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verify ○ ─ review ○ ─ archive 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     none yet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intent   … pending            awaiting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approval (product-owner; 0 of 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spec     · blocked            missing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artifacts: proposal, specs, design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plan     · blocked            missing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stepper: intent is current.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0280" y="6053328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0280" y="6053328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45536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145536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48912" y="6053328"/>
            <a:ext cx="7477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48912" y="6053328"/>
            <a:ext cx="74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takeover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88128" y="6053328"/>
            <a:ext cx="12100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088128" y="6053328"/>
            <a:ext cx="121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release-control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Gates: the right person, or no one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cannot approve. Bob is not the product owner. Alice approves the intent and the spec; Bob, the engineer, the plan.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12898" cy="3749040"/>
          </a:xfrm>
          <a:prstGeom prst="roundRect">
            <a:avLst>
              <a:gd name="adj" fmla="val 35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045159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045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92709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exit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2338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approve intent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--change basic-arithmetic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51760"/>
            <a:ext cx="233857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`sdlc approve` records a human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decision and cannot run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inside an agent session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(claude-code).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Run it yourself in your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own terminal, not in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 chat (a `!` command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there runs in the agent's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shell): sdlc approve intent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--change basic-arithmetic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2612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cannot approve.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44418" y="1645920"/>
            <a:ext cx="2612898" cy="3749040"/>
          </a:xfrm>
          <a:prstGeom prst="roundRect">
            <a:avLst>
              <a:gd name="adj" fmla="val 35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81578" y="1783080"/>
            <a:ext cx="1045159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81578" y="1783080"/>
            <a:ext cx="1045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814316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exit 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481578" y="2176272"/>
            <a:ext cx="2338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approve intent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--change basic-arithmetic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81578" y="2651760"/>
            <a:ext cx="233857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 Turner does not hold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product-owner; ask Alice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Walker.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Ask one of: Alice Walker.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344418" y="5468112"/>
            <a:ext cx="2612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is not the product owner.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1636" y="1645920"/>
            <a:ext cx="2612898" cy="3749040"/>
          </a:xfrm>
          <a:prstGeom prst="roundRect">
            <a:avLst>
              <a:gd name="adj" fmla="val 35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68796" y="1783080"/>
            <a:ext cx="1045159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68796" y="1783080"/>
            <a:ext cx="1045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0153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368796" y="2176272"/>
            <a:ext cx="2338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answer 1 --change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 --text No…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368796" y="2651760"/>
            <a:ext cx="233857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to question 1 of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intent.md recorded by Alice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Walker &lt;alice@calc.example&gt;.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231636" y="5468112"/>
            <a:ext cx="2612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answers the open question of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intent herself: the agent cannot.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18854" y="1645920"/>
            <a:ext cx="2612898" cy="3749040"/>
          </a:xfrm>
          <a:prstGeom prst="roundRect">
            <a:avLst>
              <a:gd name="adj" fmla="val 3500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56014" y="1783080"/>
            <a:ext cx="1045159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56014" y="1783080"/>
            <a:ext cx="1045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256014" y="2176272"/>
            <a:ext cx="2338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approve intent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--change basic-arithmetic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256014" y="2651760"/>
            <a:ext cx="233857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intent gate: Alice Walker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&lt;alice@calc.example&gt;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approved as product-owner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(246351ec8bec)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Suggested commit message (its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trailer ties the commit 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 approval):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 git commit -m "chore(basic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-arithmetic): approve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intent gate" -m "SDLC-Approv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al: basic-arithmetic:intent: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246351ec8bec"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agent — Write proposal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118854" y="5468112"/>
            <a:ext cx="26128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approves the intent.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40280" y="6053328"/>
            <a:ext cx="6817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240280" y="6053328"/>
            <a:ext cx="68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13456" y="6053328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013456" y="6053328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20592" y="6053328"/>
            <a:ext cx="6817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720592" y="6053328"/>
            <a:ext cx="68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OpenSpec underneath: the change is an OpenSpec change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does not fork OpenSpec. The change lives in openspec/changes and OpenSpec reads it as its own: list, status, deltas.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42062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openspec list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68880"/>
            <a:ext cx="330098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basic-arithmetic     0/2 tasks     just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now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9253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 lists the change like any of its own.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42062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openspec status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651760"/>
            <a:ext cx="330098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Change: basic-arithmetic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Schema: sdlc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root: till-calculator\openspec\chang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es\basic-arithmetic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Progress: 6/6 artifacts complete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[x] intent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[x] proposal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[x] specs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[x] design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[x] plan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[x] tasks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planning artifacts complete!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openspec instructions apply --change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"basic-arithmetic" --json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Loading change status...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9253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completion by the sdlc schema, computed by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42062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openspec show basic-arithmetic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--json --deltas-only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651760"/>
            <a:ext cx="330098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"basic-arithmetic",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"basic-arithmetic",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"deltaCount": 1,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"deltas":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"spec": "calculator",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"operation": "ADDED",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"description": "Add requirement: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calculator SHALL add, subtract, multiply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divide two numbers.",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"requirement":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"text": "The calculator SHALL add,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subtract, multiply and divide two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numbers.",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"scenarios":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9253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as OpenSpec sees it: the ADDED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and its scenarios.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 specs and strict validation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change as deltas (ADDED, MODIFIED, REMOVED). A requirement without a scenario is refused before anyone approves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42062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exit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validate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51760"/>
            <a:ext cx="330098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basic-arithmetic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 [openspec] calculator/spec.md: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ADDED "Basic operations" must include 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least one scenario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9253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draft has a requirement without a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strict validation refuses 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42062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validate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651760"/>
            <a:ext cx="330098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basic-arithmetic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9253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scenarios added, OpenSpec strict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and the delta target checks pass.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42062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openspec schema validate sdlc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468880"/>
            <a:ext cx="3300984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Schema 'sdlc' is valid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Note: Schema commands are experimental 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may change.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9253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sdlc schema is a standard OpenSpec schema.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519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verify with evidence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writes the code on a branch. `verify` runs the real checks and records the evidence; every spec scenario needs a row.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60920" y="480060"/>
            <a:ext cx="4261104" cy="27432"/>
          </a:xfrm>
          <a:prstGeom prst="rect">
            <a:avLst/>
          </a:prstGeom>
          <a:solidFill>
            <a:srgbClr val="C5CAD3"/>
          </a:solidFill>
          <a:ln w="12700">
            <a:solidFill>
              <a:srgbClr val="C5CA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51192" y="38404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CA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24192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24648" y="38404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CA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97648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8198104" y="38404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CA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71104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671560" y="38404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CA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44560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145016" y="38404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CA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18016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618472" y="384048"/>
            <a:ext cx="219456" cy="219456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91472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091928" y="384048"/>
            <a:ext cx="219456" cy="219456"/>
          </a:xfrm>
          <a:prstGeom prst="ellipse">
            <a:avLst/>
          </a:prstGeom>
          <a:solidFill>
            <a:srgbClr val="F2A541"/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64928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565384" y="38404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CA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8384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1038840" y="38404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CA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11840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512296" y="384048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CAD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385296" y="676656"/>
            <a:ext cx="473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1645920"/>
            <a:ext cx="5500116" cy="4206240"/>
          </a:xfrm>
          <a:prstGeom prst="roundRect">
            <a:avLst>
              <a:gd name="adj" fmla="val 2174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814316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2176272"/>
            <a:ext cx="5225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verify --change basic-arithmetic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2468880"/>
            <a:ext cx="522579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test (1.1s)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 passed - evidence recorded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openspec\changes\basic-arithmetic\verification.md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agent — Run the multi-pass review (bugs, security, compliance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with spec and plan) and record findings in review.md.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(/sdlc:review)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test: npm test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5925312"/>
            <a:ext cx="5500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checks, recorded evidence.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31636" y="1645920"/>
            <a:ext cx="5500116" cy="4206240"/>
          </a:xfrm>
          <a:prstGeom prst="roundRect">
            <a:avLst>
              <a:gd name="adj" fmla="val 2174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68796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68796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368796" y="2176272"/>
            <a:ext cx="5225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verify --check --change basic-arithmetic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368796" y="2468880"/>
            <a:ext cx="5225796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every spec scenario (2) has a row under "Behavioral verification".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231636" y="5925312"/>
            <a:ext cx="5500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scenario has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Review: lenses, a deferred finding, and not your own code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pass and lens is covered or says what was checked. One finding is deferred to the registry. Bob wrote the code, so Carol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roles who review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 --base main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review · basic-arithmetic — may approve: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Carol Hughes (carol)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Alice Walker (alice): missing_role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Alice Walker does not hold code-owner;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ask Bob Turner, Carol Hughes.;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distinct_approvers — Alice Walker already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approved the paired gate spec/review.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Bob Turner (bob): author_cannot_approve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Bob Turner authored code in this change.;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distinct_approvers — Bob Turner already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approved the paired gate plan/review.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approve the review: not Bob, he wrote the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exit 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approve review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Bob Turner authored code in this change.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Bob Turner already approved the paired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gate plan/review.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Ask one of: Carol Hughes.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is the author: refused.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approve review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basic-arithmetic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review gate: Carol Hughes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&lt;carol@calc.example&gt; approved 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code-owner (724adef414cd)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Suggested commit message (its trailer ties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 commit to this approval):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 git commit -m "chore(basic-arithmetic):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approve the review gate" -m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"SDLC-Approval: basic-arithmetic:review:7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24adef414cd"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agent — All gates are satisfied: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archive the change to merge its delta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specs into openspec/specs/.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(/sdlc:archive)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 approves the review.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0280" y="6053328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0280" y="6053328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47416" y="6053328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47416" y="6053328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add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52672" y="6053328"/>
            <a:ext cx="8798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52672" y="6053328"/>
            <a:ext cx="87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list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and signed approvals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authorises the release. Every approval is checked against the commit that brought it: signed by the person who approved.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500116" cy="3749040"/>
          </a:xfrm>
          <a:prstGeom prst="roundRect">
            <a:avLst>
              <a:gd name="adj" fmla="val 2439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814316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5225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approve release --change basic-arithmetic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68880"/>
            <a:ext cx="522579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release gate: Alice Walker &lt;alice@calc.example&gt; approved 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release-manager (724adef414cd)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Suggested commit message (its trailer ties the commit to this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approval):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 git commit -m "chore(basic-arithmetic): approve the release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gate" -m "SDLC-Approval: basic-arithmetic:release:724adef414cd"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agent — All gates are satisfied: archive the change to merge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its delta specs into openspec/specs/. (/sdlc:archive)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5500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authorizes the release.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1636" y="1645920"/>
            <a:ext cx="5500116" cy="3749040"/>
          </a:xfrm>
          <a:prstGeom prst="roundRect">
            <a:avLst>
              <a:gd name="adj" fmla="val 2439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68796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68796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68796" y="2176272"/>
            <a:ext cx="5225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approvals verify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68796" y="2468880"/>
            <a:ext cx="522579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basic-arithmetic/intent alice valid f67a90de trailer: missing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basic-arithmetic/spec alice valid 49d44168 trailer: missing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basic-arithmetic/plan bob wrong-signer 49d44168 trailer: missing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basic-arithmetic/review carol valid 7dd9d0f2 trailer: missing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basic-arithmetic/release alice valid ebca62f0 trailer: missing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openspec/roles.yaml alice@calc.example valid c1afb48f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approvals checked, 1 invalid (warn: not blocking)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 commits: git config gpg.format ssh; git config user.signingkey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&lt;key&gt;; git commit -S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231636" y="5468112"/>
            <a:ext cx="5500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approvals check (warn mode): Alice and Carol sign; Bob's plan approval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unsigned, reported but not blocking.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40280" y="6053328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240280" y="6053328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45536" y="6053328"/>
            <a:ext cx="10779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45536" y="6053328"/>
            <a:ext cx="1077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check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Archive: the delta becomes the living spec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archive re-checks the gates, then OpenSpec merges the delta into openspec/specs. The requirement now lives in the spec;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closes.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archive basic-arithmetic --yes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archived basic-arithmetic 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openspec\changes\archive\2026-10-12-basic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-arithmetic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specs: +1 added, ~0 modified, -0 removed,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 renamed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agent — Start backlog item B3: Memory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M+ / MR. (sdlc backlog start B3)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delta merges into the living spec; B1 closes.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openspec list --specs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calculator     requirements 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calculator capability is now a living spec.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openspec show calculator --type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calculator Specification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Purpose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Exact results for the four basic arithmetic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operations.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Requirements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Requirement: Basic operations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calculator SHALL add, subtract,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multiply and divide two numbers.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#### Scenario: Add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**WHEN** the cashier adds 2 and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**THEN** the result is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#### Scenario: Divide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**WHEN** the cashier divides 10 by 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**THEN** the result is 2.5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living spec holds the requirement the change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0280" y="6053328"/>
            <a:ext cx="5496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0280" y="6053328"/>
            <a:ext cx="54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81376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881376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list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nets: what agents cannot 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refusal in the demo, with the reason the CLI gave. Decisions stay with people and are recorded.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500116" cy="676656"/>
          </a:xfrm>
          <a:prstGeom prst="roundRect">
            <a:avLst>
              <a:gd name="adj" fmla="val 108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172821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282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1719072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adopt --apply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029968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person may apply the adoption draft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1636" y="1645920"/>
            <a:ext cx="5500116" cy="676656"/>
          </a:xfrm>
          <a:prstGeom prst="roundRect">
            <a:avLst>
              <a:gd name="adj" fmla="val 108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1364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43116" y="1728216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43116" y="17282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831836" y="1719072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roles migrate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643116" y="2029968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person may migrate roles.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32304"/>
            <a:ext cx="5500116" cy="676656"/>
          </a:xfrm>
          <a:prstGeom prst="roundRect">
            <a:avLst>
              <a:gd name="adj" fmla="val 108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8680" y="25146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2514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2505456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backlog move B3 --before B2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2816352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priority is a product decision. Ask a person to run this comm…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31636" y="2432304"/>
            <a:ext cx="5500116" cy="676656"/>
          </a:xfrm>
          <a:prstGeom prst="roundRect">
            <a:avLst>
              <a:gd name="adj" fmla="val 108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41364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643116" y="251460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43116" y="25146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831836" y="2505456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track set lite --change basic-arithmetic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643116" y="2816352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session (claude-code) cannot set the track.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218688"/>
            <a:ext cx="5500116" cy="676656"/>
          </a:xfrm>
          <a:prstGeom prst="roundRect">
            <a:avLst>
              <a:gd name="adj" fmla="val 108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8680" y="330098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33009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057400" y="3291840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approve intent --change basic-arithmetic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68680" y="3602736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`sdlc approve` records a human decision and cannot run inside an agen…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31636" y="3218688"/>
            <a:ext cx="5500116" cy="676656"/>
          </a:xfrm>
          <a:prstGeom prst="roundRect">
            <a:avLst>
              <a:gd name="adj" fmla="val 108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41364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643116" y="3300984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43116" y="33009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831836" y="3291840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approve intent --change basic-arithmetic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643116" y="3602736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Turner does not hold product-owner; ask Alice Walker.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005072"/>
            <a:ext cx="5500116" cy="676656"/>
          </a:xfrm>
          <a:prstGeom prst="roundRect">
            <a:avLst>
              <a:gd name="adj" fmla="val 108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66928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68680" y="408736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4087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2057400" y="4078224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validate --change basic-arithmetic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68680" y="4389120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basic-arithmetic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31636" y="4005072"/>
            <a:ext cx="5500116" cy="676656"/>
          </a:xfrm>
          <a:prstGeom prst="roundRect">
            <a:avLst>
              <a:gd name="adj" fmla="val 108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41364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643116" y="4087368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43116" y="40873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7831836" y="4078224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approve review --change basic-arithmetic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643116" y="4389120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Turner authored code in this change. Bob Turner already approved …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4791456"/>
            <a:ext cx="5500116" cy="676656"/>
          </a:xfrm>
          <a:prstGeom prst="roundRect">
            <a:avLst>
              <a:gd name="adj" fmla="val 108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6692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68680" y="487375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68680" y="4873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2057400" y="4864608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tests unlock --change fix-rounding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868680" y="5175504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`sdlc tests unlock` records a human decision and cannot run inside an…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231636" y="4791456"/>
            <a:ext cx="5500116" cy="676656"/>
          </a:xfrm>
          <a:prstGeom prst="roundRect">
            <a:avLst>
              <a:gd name="adj" fmla="val 1081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341364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643116" y="487375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643116" y="4873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7831836" y="4864608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team accept tester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6643116" y="5175504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`sdlc team accept` records a human decision and cannot run inside an …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bug fix, a rejected idea, a waiver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go on the lite track with tests locked first. Alice rejects voice input with a reason and waives the release step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internal fix.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tests lock --change fix-rounding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tests locked for fix-rounding: edits 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 files (enforcement.test_paths) 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blocked until a person runs `sdlc tests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unlock --change fix-rounding`.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are locked: the failing test is the proof.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reject intent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voice-input --note Tills are in noisy …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intent gate rejected by Alice Walker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&lt;alice@calc.example&gt;: Tills are in noisy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agent — The intent gate was rejected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by Alice Walker &lt;alice@calc.example&gt;: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Tills are in noisy shops. Revise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intent artifact(s), then ask for approval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again. (/sdlc:intent)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 rejects it with a reason.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waive release --change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fix-rounding --note Internal library, …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651760"/>
            <a:ext cx="330098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 release gate waived by Alice Walker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&lt;alice@calc.example&gt;: Internal library,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 release step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agent — Write plan (plan.md) for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plan gate. (/sdlc:plan)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recorded waiver.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0280" y="6053328"/>
            <a:ext cx="4175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0280" y="6053328"/>
            <a:ext cx="417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9296" y="6053328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749296" y="6053328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4552" y="6053328"/>
            <a:ext cx="5496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54552" y="6053328"/>
            <a:ext cx="54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95648" y="6053328"/>
            <a:ext cx="9458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95648" y="6053328"/>
            <a:ext cx="945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close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32984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332984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done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BMAD planning comes in as backlog items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epic and its tickets from BMAD-METHOD become backlog items with their dependencies.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74552" cy="4206240"/>
          </a:xfrm>
          <a:prstGeom prst="roundRect">
            <a:avLst>
              <a:gd name="adj" fmla="val 2174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11000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import bmad _bmad-output/epic-scientific --to-backlog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68880"/>
            <a:ext cx="1100023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Imported 1 epics and 2 backlog items.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925312"/>
            <a:ext cx="11274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and tickets from BMAD become backlog items.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picture, always current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a report with diagrams, an offline dashboard, metrics and a log. A background script keeps the dashboard page fresh.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status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        STAGE     NEXT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fix-rounding  build     agent: /sdlc:plan 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 plan (plan.md) for the plan gate.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voice-input   plan      agent: /sdlc:intent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The intent gate was rejected by Alice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Walker &lt;alice@calc.example&gt;: Tills are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noisy shops. Revise the intent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artifact(s), then ask for approval again.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active change.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audit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SDLC metrics across 3 change(s) (1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archived) · sdlc 0.15.3, license: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community (PolyForm-Noncommercial-1.0.0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sdlc-Additional-Permissions-1.0)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median hours: intent→spec 0 · spec→plan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plan→verified 0 · verified→review 0 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verification first-pass rate: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rejections 1; waivers 1 (+0 by policy)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 commits: 11 of 12 (SDLC-Agent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trailer)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median wait for a person (seconds):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intent 3 · spec 1 · plan 14 · review 3;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rework reasons: missing-requirement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people's participation (3 changes),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times and first-pass rate.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log --limit 15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(last 15 of 44 entries; --limit to see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more)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2026-10-12T09:04:23.328Z  gate.review.await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ing       basic-arithmetic  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sha256:724adef414cda8539deaf284827111a968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0234750270208b185d3da916bdd232 [sdlc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0.15.3 · community]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2026-10-12T09:04:26.395Z  gate.review.appro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ved       basic-arithmetic Carol Hughes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&lt;carol@calc.example&gt; - role code-owner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[sdlc 0.15.3 · community]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2026-10-12T09:04:32.636Z  gate.release.appr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oved      basic-arithmetic Alice Walker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&lt;alice@calc.example&gt; - role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release-manager [sdlc 0.15.3 · community]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what, with the sdlc version and license.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0280" y="6053328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0280" y="6053328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47416" y="6053328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47416" y="6053328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4552" y="6053328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54552" y="6053328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59808" y="6053328"/>
            <a:ext cx="8798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59808" y="6053328"/>
            <a:ext cx="87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statusline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31104" y="6053328"/>
            <a:ext cx="4836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31104" y="6053328"/>
            <a:ext cx="48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06160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06160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build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09536" y="6053328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09536" y="6053328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uninstall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AI systems, over MCP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systems read the process over MCP; sdlc calls their servers itself. CI status becomes gate evidence, and results wait 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inbox.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mcp check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ci (stdio): available, 1 tool(s)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pipeline_status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team's MCP servers: reachable, tools listed,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writers flagged.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D8CFF"/>
          </a:solidFill>
          <a:ln w="12700">
            <a:solidFill>
              <a:srgbClr val="2D8C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43984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39128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43984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verify --change fix-rounding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443984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test (1.0s)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ci-green (ci/pipeline_status, 0.5s)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 passed - evidence recorded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openspec\changes\fix-rounding\verificatio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Next: agent — Write plan (plan.md) for the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plan gate. (/sdlc:plan)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running test: npm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ci-green: ci/pipeline_status (MCP)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06824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verifies himself: the CLI calls the CI server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MCP and keeps the result for the agent.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56448" y="1645920"/>
            <a:ext cx="3575304" cy="3749040"/>
          </a:xfrm>
          <a:prstGeom prst="roundRect">
            <a:avLst>
              <a:gd name="adj" fmla="val 2558"/>
            </a:avLst>
          </a:prstGeom>
          <a:solidFill>
            <a:srgbClr val="1F2430"/>
          </a:solidFill>
          <a:ln w="12700">
            <a:solidFill>
              <a:srgbClr val="1F2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93608" y="17830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93608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588752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A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exit 0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93608" y="2176272"/>
            <a:ext cx="3300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sdlc inbox list --json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468880"/>
            <a:ext cx="330098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"items":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"id": "20261012T090522387Z-ci-green-4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6b9d2",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"change": "fix-rounding",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"check": "ci-green",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"server": "ci",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"tool": "pipeline_status",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"ok":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"result":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"status": "success",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"ref": "69515169f3b043c5e81f622dd31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6042997801b5c",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"token": "absent"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156448" y="5468112"/>
            <a:ext cx="3575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finds the result in its inbox.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053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this part: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40280" y="6053328"/>
            <a:ext cx="8798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240280" y="6053328"/>
            <a:ext cx="87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done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11576" y="6053328"/>
            <a:ext cx="9458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11576" y="6053328"/>
            <a:ext cx="945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list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48912" y="60533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48912" y="60533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flush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52288" y="6053328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52288" y="6053328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command, one scenario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is an acceptance test: it fails if a command is missing from the story.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647188" cy="1737360"/>
          </a:xfrm>
          <a:prstGeom prst="roundRect">
            <a:avLst>
              <a:gd name="adj" fmla="val 526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26471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88920"/>
            <a:ext cx="2647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32988" y="1645920"/>
            <a:ext cx="2647188" cy="1737360"/>
          </a:xfrm>
          <a:prstGeom prst="roundRect">
            <a:avLst>
              <a:gd name="adj" fmla="val 526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2988" y="1737360"/>
            <a:ext cx="26471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332988" y="2788920"/>
            <a:ext cx="2647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71 commands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08776" y="1645920"/>
            <a:ext cx="2647188" cy="1737360"/>
          </a:xfrm>
          <a:prstGeom prst="roundRect">
            <a:avLst>
              <a:gd name="adj" fmla="val 526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08776" y="1737360"/>
            <a:ext cx="26471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6208776" y="2788920"/>
            <a:ext cx="2647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84564" y="1645920"/>
            <a:ext cx="2647188" cy="1737360"/>
          </a:xfrm>
          <a:prstGeom prst="roundRect">
            <a:avLst>
              <a:gd name="adj" fmla="val 526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84564" y="1737360"/>
            <a:ext cx="26471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9084564" y="2788920"/>
            <a:ext cx="2647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(and agents)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5496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49040"/>
            <a:ext cx="54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98296" y="3749040"/>
            <a:ext cx="9458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98296" y="3749040"/>
            <a:ext cx="945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check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35632" y="3749040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35632" y="3749040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who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40888" y="3749040"/>
            <a:ext cx="10779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040888" y="3749040"/>
            <a:ext cx="1077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migrate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10304" y="3749040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10304" y="3749040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sync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15560" y="3749040"/>
            <a:ext cx="9458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15560" y="3749040"/>
            <a:ext cx="945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accept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52896" y="3749040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52896" y="3749040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list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58152" y="3749040"/>
            <a:ext cx="8798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058152" y="3749040"/>
            <a:ext cx="87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check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29448" y="3749040"/>
            <a:ext cx="12760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029448" y="3749040"/>
            <a:ext cx="1276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epic add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396984" y="3749040"/>
            <a:ext cx="13421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396984" y="3749040"/>
            <a:ext cx="1342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epic edit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096512"/>
            <a:ext cx="9458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7200" y="4096512"/>
            <a:ext cx="945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add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494536" y="4096512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494536" y="4096512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edit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97912" y="4096512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597912" y="4096512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list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701288" y="4096512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701288" y="4096512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next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4664" y="4096512"/>
            <a:ext cx="10779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804664" y="4096512"/>
            <a:ext cx="1077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start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74080" y="4096512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974080" y="4096512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move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077456" y="4096512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077456" y="4096512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drop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180832" y="4096512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180832" y="4096512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done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284208" y="4096512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284208" y="4096512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add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189464" y="4096512"/>
            <a:ext cx="8798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189464" y="4096512"/>
            <a:ext cx="87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list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4443984"/>
            <a:ext cx="9458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57200" y="4443984"/>
            <a:ext cx="945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close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494536" y="4443984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494536" y="4443984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check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597912" y="4443984"/>
            <a:ext cx="12100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2597912" y="4443984"/>
            <a:ext cx="121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scaffold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899408" y="4443984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899408" y="4443984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adapt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002784" y="4443984"/>
            <a:ext cx="11440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002784" y="4443984"/>
            <a:ext cx="114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convert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238240" y="4443984"/>
            <a:ext cx="4836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238240" y="4443984"/>
            <a:ext cx="48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813296" y="4443984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813296" y="4443984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520432" y="4443984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520432" y="4443984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uninstall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425688" y="4443984"/>
            <a:ext cx="4175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8425688" y="4443984"/>
            <a:ext cx="417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934704" y="4443984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8934704" y="4443984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list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0038080" y="4443984"/>
            <a:ext cx="9458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0038080" y="4443984"/>
            <a:ext cx="945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bmad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1075416" y="4443984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1075416" y="4443984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57200" y="4791456"/>
            <a:ext cx="6817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457200" y="4791456"/>
            <a:ext cx="68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230376" y="4791456"/>
            <a:ext cx="4836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230376" y="4791456"/>
            <a:ext cx="48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1805432" y="4791456"/>
            <a:ext cx="5496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805432" y="4791456"/>
            <a:ext cx="54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2446528" y="4791456"/>
            <a:ext cx="8798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2446528" y="4791456"/>
            <a:ext cx="87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statusline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417824" y="4791456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3417824" y="4791456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4323080" y="4791456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4323080" y="4791456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check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5228336" y="4791456"/>
            <a:ext cx="8798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5228336" y="4791456"/>
            <a:ext cx="87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list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199632" y="4791456"/>
            <a:ext cx="8798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6199632" y="4791456"/>
            <a:ext cx="87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done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7170928" y="4791456"/>
            <a:ext cx="9458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7170928" y="4791456"/>
            <a:ext cx="945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list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8208264" y="4791456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208264" y="4791456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flush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9311640" y="4791456"/>
            <a:ext cx="10779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9311640" y="4791456"/>
            <a:ext cx="1077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check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10481056" y="4791456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10481056" y="4791456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set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457200" y="5138928"/>
            <a:ext cx="4836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457200" y="5138928"/>
            <a:ext cx="48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1032256" y="5138928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1032256" y="5138928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2135632" y="5138928"/>
            <a:ext cx="6817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2135632" y="5138928"/>
            <a:ext cx="68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2908808" y="5138928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2908808" y="5138928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3615944" y="5138928"/>
            <a:ext cx="5496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3615944" y="5138928"/>
            <a:ext cx="54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waive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4257040" y="5138928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4257040" y="5138928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4964176" y="5138928"/>
            <a:ext cx="7477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4964176" y="5138928"/>
            <a:ext cx="74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takeover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5803392" y="5138928"/>
            <a:ext cx="12100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5803392" y="5138928"/>
            <a:ext cx="121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release-control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7104888" y="5138928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7104888" y="5138928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7812024" y="5138928"/>
            <a:ext cx="12760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7812024" y="5138928"/>
            <a:ext cx="1276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verify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9179560" y="5138928"/>
            <a:ext cx="5496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9179560" y="5138928"/>
            <a:ext cx="54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9820656" y="5138928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9820656" y="5138928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10527792" y="5138928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10527792" y="5138928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457200" y="5486400"/>
            <a:ext cx="7477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457200" y="5486400"/>
            <a:ext cx="74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1296416" y="5486400"/>
            <a:ext cx="6817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1296416" y="5486400"/>
            <a:ext cx="68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2069592" y="5486400"/>
            <a:ext cx="5496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2069592" y="5486400"/>
            <a:ext cx="54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2710688" y="5486400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2710688" y="5486400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3615944" y="5486400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3615944" y="5486400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4323080" y="5486400"/>
            <a:ext cx="8138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1" name="Text 139"/>
          <p:cNvSpPr txBox="1"/>
          <p:nvPr/>
        </p:nvSpPr>
        <p:spPr>
          <a:xfrm>
            <a:off x="4323080" y="5486400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42" name="Shape 140"/>
          <p:cNvSpPr/>
          <p:nvPr/>
        </p:nvSpPr>
        <p:spPr>
          <a:xfrm>
            <a:off x="5228336" y="5486400"/>
            <a:ext cx="4175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3" name="Text 141"/>
          <p:cNvSpPr txBox="1"/>
          <p:nvPr/>
        </p:nvSpPr>
        <p:spPr>
          <a:xfrm>
            <a:off x="5228336" y="5486400"/>
            <a:ext cx="417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5737352" y="5486400"/>
            <a:ext cx="6817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5737352" y="5486400"/>
            <a:ext cx="681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00" dirty="0"/>
          </a:p>
        </p:txBody>
      </p:sp>
      <p:sp>
        <p:nvSpPr>
          <p:cNvPr id="146" name="Shape 144"/>
          <p:cNvSpPr/>
          <p:nvPr/>
        </p:nvSpPr>
        <p:spPr>
          <a:xfrm>
            <a:off x="6510528" y="5486400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6510528" y="5486400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00" dirty="0"/>
          </a:p>
        </p:txBody>
      </p:sp>
      <p:sp>
        <p:nvSpPr>
          <p:cNvPr id="148" name="Shape 146"/>
          <p:cNvSpPr/>
          <p:nvPr/>
        </p:nvSpPr>
        <p:spPr>
          <a:xfrm>
            <a:off x="7217664" y="5486400"/>
            <a:ext cx="61569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7217664" y="5486400"/>
            <a:ext cx="61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00" dirty="0"/>
          </a:p>
        </p:txBody>
      </p:sp>
      <p:sp>
        <p:nvSpPr>
          <p:cNvPr id="150" name="Shape 148"/>
          <p:cNvSpPr/>
          <p:nvPr/>
        </p:nvSpPr>
        <p:spPr>
          <a:xfrm>
            <a:off x="7924800" y="5486400"/>
            <a:ext cx="101193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7924800" y="5486400"/>
            <a:ext cx="101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build</a:t>
            </a:r>
            <a:endParaRPr lang="en-US" sz="1000" dirty="0"/>
          </a:p>
        </p:txBody>
      </p:sp>
      <p:sp>
        <p:nvSpPr>
          <p:cNvPr id="152" name="Shape 150"/>
          <p:cNvSpPr/>
          <p:nvPr/>
        </p:nvSpPr>
        <p:spPr>
          <a:xfrm>
            <a:off x="9028176" y="5486400"/>
            <a:ext cx="54965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9028176" y="5486400"/>
            <a:ext cx="54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000" dirty="0"/>
          </a:p>
        </p:txBody>
      </p:sp>
      <p:sp>
        <p:nvSpPr>
          <p:cNvPr id="154" name="Shape 152"/>
          <p:cNvSpPr/>
          <p:nvPr/>
        </p:nvSpPr>
        <p:spPr>
          <a:xfrm>
            <a:off x="9669272" y="5486400"/>
            <a:ext cx="48361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9669272" y="5486400"/>
            <a:ext cx="483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000" dirty="0"/>
          </a:p>
        </p:txBody>
      </p:sp>
      <p:sp>
        <p:nvSpPr>
          <p:cNvPr id="156" name="Shape 154"/>
          <p:cNvSpPr/>
          <p:nvPr/>
        </p:nvSpPr>
        <p:spPr>
          <a:xfrm>
            <a:off x="10244328" y="5486400"/>
            <a:ext cx="747776" cy="256032"/>
          </a:xfrm>
          <a:prstGeom prst="roundRect">
            <a:avLst>
              <a:gd name="adj" fmla="val 50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10244328" y="5486400"/>
            <a:ext cx="74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decide. Agents do. Git remembers.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420624" cy="42062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783080"/>
            <a:ext cx="10634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come from people in roles.yaml, bound to content, optionally signed.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420624" cy="42062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514600"/>
            <a:ext cx="10634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pushes through their own work: authors do not approve their review or release.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420624" cy="42062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246120"/>
            <a:ext cx="106344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E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files in the repository: backlog, specs, evidence, decisions.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11274552" cy="1005840"/>
          </a:xfrm>
          <a:prstGeom prst="roundRect">
            <a:avLst>
              <a:gd name="adj" fmla="val 9091"/>
            </a:avLst>
          </a:prstGeom>
          <a:solidFill>
            <a:srgbClr val="161A22"/>
          </a:solidFill>
          <a:ln w="12700">
            <a:solidFill>
              <a:srgbClr val="161A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754880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npx vitest run test/e2e-calculator.test.ts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npm run demo:deck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sdlc · calculator demo</dc:title>
  <dc:subject>PptxGenJS Presentation</dc:subject>
  <dc:creator>PptxGenJS</dc:creator>
  <cp:lastModifiedBy>PptxGenJS</cp:lastModifiedBy>
  <cp:revision>1</cp:revision>
  <dcterms:created xsi:type="dcterms:W3CDTF">2026-10-12T09:05:40Z</dcterms:created>
  <dcterms:modified xsi:type="dcterms:W3CDTF">2026-10-12T09:05:40Z</dcterms:modified>
</cp:coreProperties>
</file>