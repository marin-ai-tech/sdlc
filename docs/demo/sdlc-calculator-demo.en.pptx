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0.20.2,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(3f005a0f65e9)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3f005a0f65e9"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(9fb2796df945)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fb2796df945"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(9fb2796df945)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basic-arithmetic:release:9fb2796df945"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bfea444f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45ddf0d1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45ddf0d1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4504ffa9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2bb25c09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4fbf901c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openspec\changes\archive\2026-10-13-basic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0.20.2,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3 · plan 17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47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2026-10-13T20:35:39.116Z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sha256:9fb2796df945c38c8c710c434879f8c3f5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2c643accd70824fb5cace7d17eadcf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0.20.2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2026-10-13T20:35:42.332Z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0.20.2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2026-10-13T20:35:48.790Z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0.20.2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(1.1s)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0.6s)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"20261013T203645800Z-ci-green-0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ca42d",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"142f97e9ee790e40de651669171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c0c74d535ad0e",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114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79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83480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8873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8873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2607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2607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831328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31328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80262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0262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17016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7016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84208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284208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51966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51966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428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428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46583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46583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56920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56920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870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870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7408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7408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20953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20953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78459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78459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49172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49172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939698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39698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9060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9060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49453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49453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201672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201672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974848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974848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549904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549904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19100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19100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162296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162296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5672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265672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076184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076184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04748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04748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01877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01877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56057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56057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79603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79603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96544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96544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513486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513486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604012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604012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61517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61517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71855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71855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49172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49172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19886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19886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83996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83996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10547096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10547096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1296416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1296416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259791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259791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305048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305048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672584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672584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313680" y="548640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313680" y="548640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6351016" y="548640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6351016" y="548640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78459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78459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84917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84917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9198864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9198864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10038080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10038080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1081125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1081125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457200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457200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1362456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1362456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2069592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2069592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2974848" y="5833872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2974848" y="5833872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3483864" y="5833872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3483864" y="5833872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4257040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4257040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4964176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4964176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5671312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5671312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6774688" y="5833872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6774688" y="5833872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7415784" y="5833872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1" name="Text 169"/>
          <p:cNvSpPr txBox="1"/>
          <p:nvPr/>
        </p:nvSpPr>
        <p:spPr>
          <a:xfrm>
            <a:off x="7415784" y="5833872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72" name="Shape 170"/>
          <p:cNvSpPr/>
          <p:nvPr/>
        </p:nvSpPr>
        <p:spPr>
          <a:xfrm>
            <a:off x="7990840" y="5833872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7990840" y="5833872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2026-10-13T20:37:16Z</dcterms:created>
  <dcterms:modified xsi:type="dcterms:W3CDTF">2026-10-13T20:37:16Z</dcterms:modified>
</cp:coreProperties>
</file>