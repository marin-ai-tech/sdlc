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0.13.0,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(f27bc8d851ef)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f27bc8d851ef"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(29b1dbba496e)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9b1dbba496e"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(29b1dbba496e)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basic-arithmetic:release:29b1dbba496e"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5986f269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085df546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085df546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699847b1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5a612384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9b596928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0.13.0,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12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2026-10-08T20:23:00.314Z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sha256:29b1dbba496e041498a058028b98136d93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d86655c53e4f94210285298afc8b7b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0.13.0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2026-10-08T20:23:03.413Z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0.13.0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2026-10-08T20:23:09.449Z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0.13.0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"20261008T202353353Z-ci-green-e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a4554",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"9ff236a0b14f8f0d5f07bfe9331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c51dd6f7a0cc8",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2026-10-08T20:24:08Z</dcterms:created>
  <dcterms:modified xsi:type="dcterms:W3CDTF">2026-10-08T20:24:08Z</dcterms:modified>
</cp:coreProperties>
</file>