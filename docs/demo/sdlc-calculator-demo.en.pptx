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0.21.0,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(308be1b4f21d)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308be1b4f21d"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(68f3d1d6f609)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8f3d1d6f609"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(68f3d1d6f609)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basic-arithmetic:release:68f3d1d6f609"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aa29dfa0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07aae0ea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07aae0ea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ef3a9334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493c4116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a531106e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openspec\changes\archive\2026-10-14-basic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0.21.0,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3 · plan 17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58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2026-10-14T17:26:25.035Z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sha256:68f3d1d6f609ae3cfc12ad5fee55a000a6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8a4c368438c5c1ddacd57fe5cd389f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0.21.0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2026-10-14T17:26:28.376Z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0.21.0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2026-10-14T17:26:35.518Z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0.21.0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(1.1s)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"20261014T172731682Z-ci-green-5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552ba",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"e27ad9feb0f2d717a3eb584c84b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eb4b3c4190bb1",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87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83480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88873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8873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2607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2607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31328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31328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80262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0262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17016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7016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84208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284208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51966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51966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428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428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46583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46583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56920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56920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870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870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7408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7408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20953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20953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78459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78459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49172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49172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939698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39698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9060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9060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49453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49453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201672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201672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974848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974848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549904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549904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19100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19100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162296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162296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5672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265672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076184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076184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04748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04748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01877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1877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56057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56057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79603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79603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96544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96544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513486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513486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604012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04012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61517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61517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71855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71855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49172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49172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19886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19886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83996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83996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10547096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10547096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1296416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1296416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259791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259791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305048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305048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672584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672584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313680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313680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6945376" y="548640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6945376" y="548640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982712" y="548640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982712" y="548640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9416288" y="548640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416288" y="548640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10387584" y="548640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10387584" y="548640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457200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457200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1494536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1494536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2796032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2796032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3965448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3965448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submit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5068824" y="583387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5068824" y="583387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reopen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6172200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6172200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6879336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6879336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7586472" y="5833872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7586472" y="5833872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8425688" y="5833872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8425688" y="5833872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9198864" y="5833872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9198864" y="5833872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9839960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839960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10745216" y="583387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1" name="Text 169"/>
          <p:cNvSpPr txBox="1"/>
          <p:nvPr/>
        </p:nvSpPr>
        <p:spPr>
          <a:xfrm>
            <a:off x="10745216" y="583387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2026-10-14T17:28:01Z</dcterms:created>
  <dcterms:modified xsi:type="dcterms:W3CDTF">2026-10-14T17:28:01Z</dcterms:modified>
</cp:coreProperties>
</file>