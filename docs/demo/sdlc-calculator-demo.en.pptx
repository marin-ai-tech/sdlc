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0.11.2,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67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674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674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40120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0120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16672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16672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intent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basic-arithmetic:intent:a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decb64c45af"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(63fa1476507a)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3fa1476507a"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(63fa1476507a)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basic-arithmetic:release:63fa1476507a"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8b57f270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bbac70c5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bbac70c5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28e1b97c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5984042e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aacbfe84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0.11.2,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9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0.11.2;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2026-10-08T10:02:08.056Z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sha256:63fa1476507a4a7202559bef4ebd9b85c6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b4bdd8d9402d0a34161a5f6c87a8cc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2026-10-08T10:02:11.047Z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2026-10-08T10:02:15.526Z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0.11.2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"20261008T100255976Z-ci-green-b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ff50e",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"d0b1c1b167d17c19e2886e4a42d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88ff4fa215474",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32256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32256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67335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67335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6446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6446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45516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45516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42645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42645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397752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397752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43508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43508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38464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38464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7078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7078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61313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61313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33375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33375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04088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04088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81984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81984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521200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521200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58226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8226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6529832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529832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89736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89736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85384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5384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2456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2456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95273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95273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7919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7919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9829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9829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805432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805432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219704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219704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992880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992880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700016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700016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8033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8033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444488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444488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01954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01954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2026-10-08T10:03:11Z</dcterms:created>
  <dcterms:modified xsi:type="dcterms:W3CDTF">2026-10-08T10:03:11Z</dcterms:modified>
</cp:coreProperties>
</file>