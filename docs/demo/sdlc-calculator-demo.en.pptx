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0.11.3,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72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intent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basic-arithmetic:intent:a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decb64c45af"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(9076b412ed5f)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076b412ed5f"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(9076b412ed5f)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basic-arithmetic:release:9076b412ed5f"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499aba3a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9f136f61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9f136f61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11654342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e3ee45aa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7de00b00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0.11.3,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11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0.11.3;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2026-10-08T13:14:35.061Z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sha256:9076b412ed5f48c24cb1195f9663b86094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193bc915f050edbdd8b0ff106d1a6f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0.11.3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2026-10-08T13:14:37.903Z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0.11.3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2026-10-08T13:14:42.699Z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0.11.3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"20261008T131524739Z-ci-green-a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1b7a6",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"5bbdd1a1d36a97ead88231bb2a1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e26a072e096e9",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69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5096256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096256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639775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39775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847242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847242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1352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1352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303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303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187147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187147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57860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57860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483864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483864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992880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3992880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4766056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4766056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47319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47319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180328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180328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8370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8370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849985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49985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2026-10-08T13:15:39Z</dcterms:created>
  <dcterms:modified xsi:type="dcterms:W3CDTF">2026-10-08T13:15:39Z</dcterms:modified>
</cp:coreProperties>
</file>