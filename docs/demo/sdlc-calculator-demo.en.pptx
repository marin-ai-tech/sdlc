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0.14.3,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(df7cf643b6a1)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df7cf643b6a1"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(66331c0a36bf)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6331c0a36bf"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(66331c0a36bf)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basic-arithmetic:release:66331c0a36bf"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c909f64a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ebad5874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ebad5874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2491789c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943fdf96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73863a57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openspec\changes\archive\2026-10-09-basic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0.14.3,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2 · plan 10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2026-10-09T16:52:27.697Z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sha256:66331c0a36bf8fb897033d727e9074d6e0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c3cf4d5a4dda288f48c3f8e2b76297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0.14.3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2026-10-09T16:52:30.543Z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0.14.3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2026-10-09T16:52:35.934Z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0.14.3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"20261009T165315835Z-ci-green-0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6538c",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"3d8af713e07451edcf4dd6f28ea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620a6df876044",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2026-10-09T16:53:30Z</dcterms:created>
  <dcterms:modified xsi:type="dcterms:W3CDTF">2026-10-09T16:53:30Z</dcterms:modified>
</cp:coreProperties>
</file>