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scdl for Claude Code and OpenCode; an agent makes the repository AI-ready.
sdlc init --tools claude,opencode --statusline — Alice installs scdl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scdl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scdl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scdl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scdl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scdl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scdl 0.6.1,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scdl-Additional-Permissions-1.0)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55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scdl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—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—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—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4515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4515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485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7485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19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19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product-owner must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approve the intent gate (intent):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a terminal outside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agent.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scdl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(1.2s)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(04202586c1fe)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review.md and the diff, then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(04202586c1fe)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3e89b514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3e89b514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unsigned 480050af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342c73bc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26a5e713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69317eca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openspec\changes\archive\2026-10-01-basic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scdl 0.6.1,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scdl-Additional-Permissions-1.0)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scdl 0.6.1;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scdl-Additional-Permissions-1.0)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31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2026-10-01T07:57:39.893Z  deferred.added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Bob Turner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&lt;bob@calc.example&gt; - D1 Division by zero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shows an error [scdl 0.6.1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2026-10-01T07:57:47.087Z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[scdl 0.6.1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2026-10-01T07:57:49.529Z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[scdl 0.6.1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2026-10-01T07:57:55.520Z  change.archived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scdl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48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9453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9453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9979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9979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6920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920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6744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36744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74080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74080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77456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77456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8083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8083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35024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35024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45362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5362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560576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560576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465832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465832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37128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437128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446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7446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577840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577840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793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793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82712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982712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18168" y="4096512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18168" y="4096512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793224" y="4096512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793224" y="4096512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50036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50036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6621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6621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069592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069592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106928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06928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814064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814064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38912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8912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360416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360416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265672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265672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84072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84072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7944104" y="4443984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944104" y="4443984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8717280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17280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9424416" y="4443984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424416" y="4443984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065512" y="4443984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065512" y="4443984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57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57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09829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9829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8054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8054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51256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51256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3351784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351784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412496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12496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76605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476605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5473192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5473192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378448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378448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6887464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6887464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66064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766064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8367776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367776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9471152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9471152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10046208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0046208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scdl · calculator demo</dc:title>
  <dc:subject>PptxGenJS Presentation</dc:subject>
  <dc:creator>PptxGenJS</dc:creator>
  <cp:lastModifiedBy>PptxGenJS</cp:lastModifiedBy>
  <cp:revision>1</cp:revision>
  <dcterms:created xsi:type="dcterms:W3CDTF">2026-10-01T07:58:17Z</dcterms:created>
  <dcterms:modified xsi:type="dcterms:W3CDTF">2026-10-01T07:58:17Z</dcterms:modified>
</cp:coreProperties>
</file>