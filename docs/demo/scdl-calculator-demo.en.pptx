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three-person team builds a till calculator with AI agents. Everything shown was produced by an automated end-to-end test, so the outputs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rules: the author of the code does not approve its review or release; spec and review, plan and review need different people; at most three gates per person. An agent cannot edit the file.
sdlc roles check — Who holds which role.
sdlc roles migrate — An agent cannot write the roles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approved artifact changes, the approval goes stale and must be given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Alice installs scdl for Claude Code and OpenCode; an agent makes the repository AI-ready.
sdlc init --tools claude,opencode --statusline — Alice installs scdl for Claude Code and OpenCode, with the status line.
sdlc layout check — Is the project AI-ready? Not yet.
sdlc layout scaffold — The agent creates AGENTS.md, CLAUDE.md and the docs skeleton.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the till need its own calculator? The agent researches and writes a recommendation; nothing is decided yet.
sdlc explore calculator — The agent opens an exploration: does the till need its own calculator?
sdlc explore list — Explorations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carry an outcome, acceptance criteria and dependencies. Moving and dropping items is a product decision.
sdlc backlog add Basic arithmetic --epic E1 --kind feature --risk low --outcome add, subtract, multiply and divide --accept 2 + 3 = 5 --accept 10 / 4 = 2.5 --source-type exploration --source-ref openspec/explorations/calculator.md — First item, from the exploration.
sdlc backlog move B3 --before B2 — Priority is a person's decision: refused for the agent.
sdlc backlog list — The backlog with readiness and the epic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`next` points at the ready item; the change starts with a draft intent. The track is suggested, but only a person may choose it.
sdlc next — No active change: next proposes the backlog item.
sdlc backlog start B1 --change basic-arithmetic — A change with a draft intent from the item.
sdlc status --change basic-arithmetic — The stepper: intent is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cannot approve. Bob is not the product owner. Alice approves the intent and the spec; Bob, the engineer, the plan.
sdlc approve intent --change basic-arithmetic — The agent cannot approve.
sdlc approve intent --change basic-arithmetic — Bob is not the product owner.
sdlc approve intent --change basic-arithmetic — Alice approves the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writes the code on a branch. `verify` runs the real checks and records the evidence; every spec scenario needs a row.
sdlc verify --change basic-arithmetic — Real checks, recorded evidence.
sdlc verify --check --change basic-arithmetic — Every scenario has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pass and lens is covered or says what was checked. One finding is deferred to the registry. Bob wrote the code, so Carol approves.
sdlc roles who review --change basic-arithmetic --base main — Who may approve the review: not Bob, he wrote the code.
sdlc approve review --change basic-arithmetic — Bob is the author: refused.
sdlc approve review --change basic-arithmetic — Carol approves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modes: off (no signatures), warn (report), required (CI fails). A commit signed by Bob with Alice's email is reported as wrong-signer.
sdlc approve release --change basic-arithmetic — Alice authorizes the release.
sdlc approvals verify — Signed approvals check (warn mode): Alice and Carol sign; Bob's plan approval is unsigned, reported but not blocking.
sdlc archive basic-arithmetic --yes — The delta merges into the living spec; B1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refusal in the demo, with the reason the CLI gave. Decisions stay with people and are recorded.
sdlc roles migrate — An agent cannot write the roles file.
sdlc backlog move B3 --before B2 — Priority is a person's decision: refused for the agent.
sdlc track set lite --change basic-arithmetic — An agent cannot pick the lite track.
sdlc approve intent --change basic-arithmetic — The agent cannot approve.
sdlc approve intent --change basic-arithmetic — Bob is not the product owner.
sdlc approve review --change basic-arithmetic — Bob is the author: refused.
sdlc tests unlock --change fix-rounding — Unlocking is a person's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fixes go on the lite track with tests locked first. Alice rejects voice input with a reason and waives the release step for an internal fix.
sdlc tests lock --change fix-rounding — Tests are locked: the failing test is the proof.
sdlc reject intent --change voice-input --note Tills are in noisy shops — Alice rejects it with a reason.
sdlc waive release --change fix-rounding --note Internal library, no release step — A recorded waiver.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epic and its tickets from BMAD-METHOD become backlog items with their dependencies.
sdlc import bmad _bmad-output/epic-scientific --to-backlog — Epic and tickets from BMAD become backlog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scripts/examples/dashboard-watch.mjs watches openspec/ and rebuilds reports/dashboard.html; examples run it as a Windows task, a systemd or launchd service, or a CI step.
sdlc status — Every active change.
sdlc audit — Lead times and first-pass rate.
sdlc log --limit 15 — Who did what, with the scdl version and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is an acceptance test: it fails if a command is missing from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Approvals come from people in roles.yaml, bound to content, optionally signed. Nobody pushes through their own work: authors do not approve their review or release. Everything is files in the repository: backlog, specs, evidence,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scdl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calculator with scdl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71800"/>
            <a:ext cx="90196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of the SDLC harness, on one small real project. People decide,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the 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· product owner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2988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2988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· engineer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8776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· reviewer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84564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84564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and who may approve what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live in openspec/roles.yaml, versioned in git. The file names people, their emails and signing keys, and the separation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6474" y="178308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647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Ivanova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product-owner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8152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5584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2988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2262" y="1783080"/>
            <a:ext cx="548640" cy="5486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226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4428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Petrov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15868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15868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15868" y="308152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15868" y="308152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tech-lead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15868" y="335584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15868" y="335584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code-owner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8050" y="1783080"/>
            <a:ext cx="548640" cy="54864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805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300216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Smirnova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91656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1656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91656" y="308152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1656" y="308152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code-owner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84564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33838" y="17830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3383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176004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67444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67444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roles: never approves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5500116" cy="1783080"/>
          </a:xfrm>
          <a:prstGeom prst="roundRect">
            <a:avLst>
              <a:gd name="adj" fmla="val 512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069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814316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462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roles check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4754880"/>
            <a:ext cx="52257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Name            Roles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 Alice Ivanova   product-owner, release-manager, maintainer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   Bob Petrov      engineer, tech-lead, code-owner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  Carol Smirnova  engineer, code-owner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78815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holds which role.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1636" y="3931920"/>
            <a:ext cx="5500116" cy="1783080"/>
          </a:xfrm>
          <a:prstGeom prst="roundRect">
            <a:avLst>
              <a:gd name="adj" fmla="val 512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68796" y="4069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68796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0588752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368796" y="4462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roles migrate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368796" y="4754880"/>
            <a:ext cx="52257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a person may migrate roles.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231636" y="578815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cannot write the roles file.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of a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is explored, lands in the backlog, becomes a change and passes gates. Each gate is approved by a person, bound to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" y="2464308"/>
            <a:ext cx="10250424" cy="27432"/>
          </a:xfrm>
          <a:prstGeom prst="rect">
            <a:avLst/>
          </a:prstGeom>
          <a:solidFill>
            <a:srgbClr val="C5CAD3"/>
          </a:solidFill>
          <a:ln w="12700">
            <a:solidFill>
              <a:srgbClr val="C5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9796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79016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79016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38732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17952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7952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77668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6888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56888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16604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95824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95824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55540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4760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476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94476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73696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3696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33412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2632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12632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72348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51568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51568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511284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890504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890504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650220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57784" y="3611880"/>
            <a:ext cx="1961896" cy="2743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" y="3749040"/>
            <a:ext cx="1961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57784" y="4114800"/>
            <a:ext cx="1961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idea, then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 as backlog items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outcome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5656" y="3611880"/>
            <a:ext cx="6517640" cy="2743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5656" y="3749040"/>
            <a:ext cx="651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approved by people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835656" y="4114800"/>
            <a:ext cx="651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 intent, spec, plan, code, evidence and review; a person with the right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approves each.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69272" y="3611880"/>
            <a:ext cx="1961896" cy="2743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69272" y="3749040"/>
            <a:ext cx="1961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669272" y="4114800"/>
            <a:ext cx="1961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authorises; the delta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into the living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Setup: one command, two tools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installs scdl for Claude Code and OpenCode; an agent makes the repository AI-ready.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init --tools claude,opencode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--statusline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harness initialized in till-calculator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OpenSpec: created openspec/ (via openspec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init), default schema: sdlc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config: created openspec/sdlc.yaml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(enforcement: warn)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verify.commands detected: npm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(package.json scripts.test)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policy: created REVIEW.md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Claude Code, OpenCode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scdl 0.5.0, license: community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(PolyForm-Noncommercial-1.0.0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scdl-Additional-Permissions-1.0)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files: 55 created, 0 updated,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installs scdl for Claude Code and OpenCode,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status 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layout check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| Status | Path | Purpose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agents-guide | missing | — | Main guide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coding agents (read by OpenCode; imported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 CLAUDE.md).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claude-guide | missing | — | Thin Claude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entry point: imports AGENTS.md, adds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Claude-only notes.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 | canonical | README.md | What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is and how a person starts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review-policy | canonical | REVIEW.md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passes and severities used 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/sdlc:review.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| missing | — | System map: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modules, boundaries, data flows, external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project AI-ready? Not yet.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layout scaffold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Created: AGENTS.md, CLAUDE.md,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docs/architecture.md, docs/conventions.md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, docs/glossary.md, docs/runbook.md,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docs/security.md, docs/decisions/0001-rec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ord-architecture-decisions.md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Kept: README.md, REVIEW.md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creates AGENTS.md, CLAUDE.md and the docs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7416" y="6053328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7416" y="6053328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20592" y="6053328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20592" y="6053328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5648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95648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9024" y="6053328"/>
            <a:ext cx="11440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99024" y="6053328"/>
            <a:ext cx="114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convert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344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344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before committing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till need its own calculator? The agent researches and writes a recommendation; nothing is decided yet.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14316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explore calculator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exploration openspec/explorations/calculator.md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opens an exploration: does the till need its own calculator?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8796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879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explore list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68796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  openspec/explorations/calculator.md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1636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 in the project.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backlog: agents propose, people prioritise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carry an outcome, acceptance criteria and dependencies. Moving and dropping items is a product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add Basic arithmetic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--epic E1 --kind feature --risk low …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Basic arithmetic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item, from the exploration.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move B3 --before B2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Backlog priority is a product decision. 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person to run this command.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a person's decision: refused for the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list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Calculator MVP  ░░░░░░░░░░  0/3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Status  Ready  Title             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 open    ✓      Basic arithmetic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 open    -      Memory M+ / MR  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 open    -      Percent         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Unassigned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Status   Ready  Title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  dropped  -      Scientific notation  -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backlog with readiness and the epic bar.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12760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127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epic add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07816" y="6053328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07816" y="6053328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add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45152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move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48528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48528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drop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1904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1904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next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item to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`next` points at the ready item; the change starts with a draft intent. The track is suggested, but only a person may choose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next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B1: Start backlog item B1: Basic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arithmetic.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start B1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change: next proposes the backlog item.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start B1 --change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 B1 as basic-arithmetic.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person — A product-owner must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approve the intent gate (intent):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sdlc approve intent --change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basic-arithmetic --as product-owner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with a draft intent from the item.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status --change basic-arithmetic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  [feature · risk low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 track · schema sdlc]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      Plan (intent)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backlog B1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  intent ✓  proposal ○  specs ·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design ·  plan ·  tasks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● ─ spec ○ ─ plan ○ ─ build ○ 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verify ○ ─ review ○ ─ archive 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      none yet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   … pending            awaiting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approval (product-owner)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     · blocked           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 proposal, specs, design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     · blocked           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stepper: intent is current.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45536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45536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Gates: the right person, or no 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approve. Bob is not the product owner. Alice approves the intent and the spec; Bob, the engineer, the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intent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`sdlc approve` records a human decision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cannot run inside an agent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(claude-code).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Run it yourself in a terminal outside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agent.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approve.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intent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Petrov does not hold product-owner; 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Ivanova.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Ask one of: Alice Ivanova.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the product owner.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intent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intent gate: Alice Ivanova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 approved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product-owner (adecb64c45af)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Write proposal (proposal.md)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the spec gate. (/sdlc:spec)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approves the intent.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79496" y="6053328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79496" y="6053328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519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verify with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writes the code on a branch. `verify` runs the real checks and records the evidence; every spec scenario needs a row.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60920" y="480060"/>
            <a:ext cx="4261104" cy="27432"/>
          </a:xfrm>
          <a:prstGeom prst="rect">
            <a:avLst/>
          </a:prstGeom>
          <a:solidFill>
            <a:srgbClr val="C5CAD3"/>
          </a:solidFill>
          <a:ln w="12700">
            <a:solidFill>
              <a:srgbClr val="C5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51192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24192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24648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97648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98104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71104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71560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4560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5016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18016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18472" y="384048"/>
            <a:ext cx="219456" cy="219456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91472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91928" y="384048"/>
            <a:ext cx="219456" cy="219456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4928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565384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8384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038840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11840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512296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85296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14316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verify --change basic-arithmetic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 (1.1s)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passed - evidence recorded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openspec\changes\basic-arithmetic\verification.md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Run the multi-pass review (bugs, security,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spec and plan) and record findings in review.md.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(/sdlc:review)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test: npm test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checks, recorded evidence.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1636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8796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6879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68796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verify --check --change basic-arithmetic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68796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every spec scenario (2) has a row under "Behavioral verification".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1636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has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Review: lenses, a deferred finding, and not your own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 and lens is covered or says what was checked. One finding is deferred to the registry. Bob wrote the code, so Carol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roles who review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 --base main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· basic-arithmetic — may approve: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Carol Smirnova (carol)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Ivanova (alice): missing_role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Ivanova does not hold code-owner;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ask Bob Petrov, Carol Smirnova.;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distinct_approvers — Alice Ivanova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already approved the paired 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spec/review.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Petrov (bob): author_cannot_approve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Petrov authored code in this change.;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distinct_approvers — Bob Petrov already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approved the paired gate plan/review.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approve the review: not Bob, he wrote the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review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Petrov authored code in this change.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Petrov already approved the paired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 plan/review.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Ask one of: Carol Smirnova.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author: refused.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review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review gate: Carol Smirnova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&lt;carol@calc.example&gt; approved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code-owner (49dba121f798)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person — A code owner must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review.md and the diff, then approve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gate: sdlc approve review --change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basic-arithmetic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approves the review.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7416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7416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add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52672" y="6053328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52672" y="6053328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list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Release, signatures, archive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authorises the release. Approvals are checked against signed commits; the delta merges into the living spec and B1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release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release gate: Alice Ivanova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 approved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release-manager (49dba121f798)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person — A code owner must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review.md and the diff, then approve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gate: sdlc approve review --change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basic-arithmetic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authorizes the release.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approvals verify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basic-arithmetic/intent alice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3fee5a85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basic-arithmetic/spec alice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3fee5a85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basic-arithmetic/plan bob unsigned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b1b2f6ad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basic-arithmetic/review carol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3fa85090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basic-arithmetic/release alice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68c42b3d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openspec/roles.yaml alice@calc.example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 bbfbfcbb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approvals checked, 1 invalid (warn: not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commits: git config gpg.format ssh;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approvals check (warn mode): Alice and Carol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sign; Bob's plan approval is unsigned, reported bu…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archive basic-arithmetic --yes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archived basic-arithmetic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openspec\changes\archive\2026-09-30-basic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specs: +1 added, ~0 modified, -0 removed,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renamed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Start backlog item B3: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M+ / MR. (sdlc backlog start B3)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delta merges into the living spec; B1 closes.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79496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79496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list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nets: what agents cannot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refusal in the demo, with the reason the CLI gave. Decisions stay with people and are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72821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28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719072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roles migrate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29968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person may migrate roles.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645920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136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43116" y="172821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3116" y="1728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31836" y="1719072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backlog move B3 --before B2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2029968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priority is a product decision. Ask a person to run this comm…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514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2505456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track set lite --change basic-arithmetic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816352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session (claude-code) cannot set the track.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2432304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41364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43116" y="2514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3116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31836" y="2505456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approve intent --change basic-arithmetic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43116" y="2816352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`sdlc approve` records a human decision and cannot run inside an agen…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18688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" y="330098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057400" y="3291840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approve intent --change basic-arithmetic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3602736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Petrov does not hold product-owner; ask Alice Ivanova.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1636" y="3218688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4136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43116" y="330098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43116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831836" y="3291840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approve review --change basic-arithmetic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43116" y="3602736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Petrov authored code in this change. Bob Petrov already approved 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05072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8680" y="40873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057400" y="4078224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tests unlock --change fix-rounding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" y="438912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`sdlc tests unlock` records a human decision and cannot run inside an…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bug fix, a rejected idea, a waiver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go on the lite track with tests locked first. Alice rejects voice input with a reason and waives the release step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internal fix.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tests lock --change fix-rounding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tests locked for fix-rounding: edits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 files (enforcement.test_paths)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blocked until a person runs `sdlc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unlock --change fix-rounding`.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locked: the failing test is the proof.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reject intent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voice-input --note Tills are in noisy …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intent gate rejected by Alice Ivanova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&lt;alice@calc.example&gt;: Tills are in noisy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The intent gate was rejected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 Alice Ivanova &lt;alice@calc.example&gt;: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Tills are in noisy shops. Revise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artifact(s), then ask for approval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again. (/sdlc:intent)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rejects it with a reason.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waive release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fix-rounding --note Internal library, …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release gate waived by Alice Ivanova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&lt;alice@calc.example&gt;: Internal library,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release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Write plan (plan.md) for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 gate. (/sdlc:plan)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waiver.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4175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41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9296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9296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4552" y="60533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4552" y="60533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5648" y="6053328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95648" y="6053328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close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32984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32984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done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planning comes in as backlog items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epic and its tickets from BMAD-METHOD become backlog items with their dependencies.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74552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11000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import bmad _bmad-output/epic-scientific --to-backlog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11000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Imported 1 epics and 2 backlog items.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253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and tickets from BMAD become backlog items.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picture, always current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 report with diagrams, an offline dashboard, metrics and a log. A background script keeps the dashboard page fresh.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status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       STAGE     NEXT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fix-rounding  build     agent: /sdlc:plan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plan (plan.md) for the plan gate.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voice-input   plan      agent: /sdlc:intent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The intent gate was rejected by Alice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Ivanova &lt;alice@calc.example&gt;: Tills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noisy shops. Revise the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artifact(s), then ask for approval again.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change.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audit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metrics across 3 change(s) (1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archived) · scdl 0.5.0, license: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community (PolyForm-Noncommercial-1.0.0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scdl-Additional-Permissions-1.0)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 hours: intent→spec 0 · spec→plan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plan→verified 0 · verified→review 0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verification first-pass rate: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rejections 1; waivers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recorded with scdl 0.5.0; licenses: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community (PolyForm-Noncommercial-1.0.0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scdl-Additional-Permissions-1.0)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and first-pass rate.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log --limit 15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(last 15 of 31 entries; --limit to see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2026-09-30T21:01:34.885Z  deferred.added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basic-arithmetic Bob Petrov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&lt;bob@calc.example&gt; - D1 Division by zero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shows an error [scdl 0.5.0 · community]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2026-09-30T21:01:40.572Z  gate.review.appro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ved       basic-arithmetic Carol Smirnova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&lt;carol@calc.example&gt; - role code-owner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[scdl 0.5.0 · community]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2026-09-30T21:01:43.416Z  gate.release.appr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oved      basic-arithmetic Alice Ivanova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 -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release-manager [scdl 0.5.0 · community]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2026-09-30T21:01:49.647Z  change.archived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with the scdl version and license.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7416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7416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4552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4552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59808" y="6053328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59808" y="6053328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1104" y="6053328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31104" y="6053328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06160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06160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build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09536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09536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command, one scenario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an acceptance test: it fails if a command is missing from the story.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2988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2988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332988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48 commands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8776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84564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4564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(and agents)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check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94536" y="3749040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94536" y="374904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who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99792" y="3749040"/>
            <a:ext cx="10779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99792" y="3749040"/>
            <a:ext cx="107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migrate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9208" y="3749040"/>
            <a:ext cx="12760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9208" y="3749040"/>
            <a:ext cx="127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epic add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6744" y="3749040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6744" y="3749040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add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74080" y="3749040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74080" y="3749040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77456" y="3749040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77456" y="3749040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0832" y="3749040"/>
            <a:ext cx="10779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0832" y="3749040"/>
            <a:ext cx="107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start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50248" y="3749040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50248" y="3749040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move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453624" y="3749040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53624" y="3749040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drop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done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560576" y="4096512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60576" y="409651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add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5832" y="4096512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465832" y="4096512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list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37128" y="4096512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37128" y="4096512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close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74464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74464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check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4096512"/>
            <a:ext cx="12100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577840" y="4096512"/>
            <a:ext cx="121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scaffold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9336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79336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82712" y="4096512"/>
            <a:ext cx="11440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82712" y="4096512"/>
            <a:ext cx="114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convert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18168" y="4096512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18168" y="4096512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793224" y="4096512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93224" y="4096512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500360" y="4096512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500360" y="409651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443984"/>
            <a:ext cx="4175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7200" y="4443984"/>
            <a:ext cx="41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66216" y="4443984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66216" y="4443984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list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069592" y="4443984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069592" y="4443984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bmad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106928" y="4443984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106928" y="4443984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814064" y="4443984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814064" y="4443984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89120" y="4443984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389120" y="4443984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statusline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360416" y="4443984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360416" y="4443984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65672" y="4443984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265672" y="4443984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40728" y="4443984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840728" y="4443984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944104" y="4443984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944104" y="4443984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717280" y="4443984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717280" y="4443984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424416" y="4443984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424416" y="4443984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065512" y="4443984"/>
            <a:ext cx="12760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065512" y="4443984"/>
            <a:ext cx="127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verify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57200" y="4791456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57200" y="4791456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98296" y="4791456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98296" y="4791456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805432" y="4791456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805432" y="4791456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512568" y="4791456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512568" y="4791456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351784" y="4791456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351784" y="4791456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124960" y="4791456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124960" y="4791456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766056" y="4791456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766056" y="4791456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473192" y="4791456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473192" y="479145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378448" y="4791456"/>
            <a:ext cx="4175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378448" y="4791456"/>
            <a:ext cx="41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887464" y="4791456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887464" y="4791456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660640" y="4791456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660640" y="4791456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8367776" y="4791456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367776" y="4791456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build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9471152" y="4791456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471152" y="4791456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0046208" y="4791456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0046208" y="4791456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decide. Agents do. Git remembers.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78308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come from people in roles.yaml, bound to content, optionally signed.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1460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pushes through their own work: authors do not approve their review or release.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4612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files in the repository: backlog, specs, evidence, decisions.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161A22"/>
          </a:solidFill>
          <a:ln w="12700">
            <a:solidFill>
              <a:srgbClr val="161A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548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vitest run test/e2e-calculator.test.ts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demo:deck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scdl · calculator demo</dc:title>
  <dc:subject>PptxGenJS Presentation</dc:subject>
  <dc:creator>PptxGenJS</dc:creator>
  <cp:lastModifiedBy>PptxGenJS</cp:lastModifiedBy>
  <cp:revision>1</cp:revision>
  <dcterms:created xsi:type="dcterms:W3CDTF">2026-09-30T21:02:10Z</dcterms:created>
  <dcterms:modified xsi:type="dcterms:W3CDTF">2026-09-30T21:02:10Z</dcterms:modified>
</cp:coreProperties>
</file>